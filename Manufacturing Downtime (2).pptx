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72" r:id="rId14"/>
    <p:sldId id="273" r:id="rId15"/>
    <p:sldId id="274" r:id="rId16"/>
    <p:sldId id="275" r:id="rId17"/>
    <p:sldId id="267" r:id="rId18"/>
    <p:sldId id="268" r:id="rId19"/>
    <p:sldId id="269" r:id="rId20"/>
  </p:sldIdLst>
  <p:sldSz cx="12192000" cy="6858000"/>
  <p:notesSz cx="6858000" cy="9144000"/>
  <p:embeddedFontLst>
    <p:embeddedFont>
      <p:font typeface="Calibri" panose="020F050202020403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glxj4LF/N+2g0w+yNh+j64S9Bk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47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9" name="Google Shape;13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9" name="Google Shape;19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2346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5087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7757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4661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2563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2373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6" name="Google Shape;23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3" name="Google Shape;24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0" name="Google Shape;25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a:spLocks noGrp="1"/>
          </p:cNvSpPr>
          <p:nvPr>
            <p:ph type="pic" idx="2"/>
          </p:nvPr>
        </p:nvSpPr>
        <p:spPr>
          <a:xfrm>
            <a:off x="5183188" y="987425"/>
            <a:ext cx="6172200" cy="4873625"/>
          </a:xfrm>
          <a:prstGeom prst="rect">
            <a:avLst/>
          </a:prstGeom>
          <a:noFill/>
          <a:ln>
            <a:noFill/>
          </a:ln>
        </p:spPr>
      </p:sp>
      <p:sp>
        <p:nvSpPr>
          <p:cNvPr id="64" name="Google Shape;64;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mt="91000"/>
          </a:blip>
          <a:srcRect t="6802" b="10247"/>
          <a:stretch/>
        </p:blipFill>
        <p:spPr>
          <a:xfrm>
            <a:off x="-583934" y="0"/>
            <a:ext cx="13128859" cy="6858001"/>
          </a:xfrm>
          <a:prstGeom prst="rect">
            <a:avLst/>
          </a:prstGeom>
          <a:noFill/>
          <a:ln>
            <a:noFill/>
          </a:ln>
        </p:spPr>
      </p:pic>
      <p:sp>
        <p:nvSpPr>
          <p:cNvPr id="85" name="Google Shape;85;p1"/>
          <p:cNvSpPr txBox="1"/>
          <p:nvPr/>
        </p:nvSpPr>
        <p:spPr>
          <a:xfrm>
            <a:off x="413887" y="3306496"/>
            <a:ext cx="7996521" cy="1383584"/>
          </a:xfrm>
          <a:prstGeom prst="rect">
            <a:avLst/>
          </a:prstGeom>
          <a:noFill/>
          <a:ln>
            <a:noFill/>
          </a:ln>
        </p:spPr>
        <p:txBody>
          <a:bodyPr spcFirstLastPara="1" wrap="square" lIns="0" tIns="0" rIns="0" bIns="0" anchor="t" anchorCtr="0">
            <a:spAutoFit/>
          </a:bodyPr>
          <a:lstStyle/>
          <a:p>
            <a:pPr marL="0" marR="0" lvl="0" indent="0" algn="l" rtl="0">
              <a:lnSpc>
                <a:spcPct val="169736"/>
              </a:lnSpc>
              <a:spcBef>
                <a:spcPts val="0"/>
              </a:spcBef>
              <a:spcAft>
                <a:spcPts val="0"/>
              </a:spcAft>
              <a:buClr>
                <a:srgbClr val="000000"/>
              </a:buClr>
              <a:buSzPts val="7200"/>
              <a:buFont typeface="Arial"/>
              <a:buNone/>
            </a:pPr>
            <a:r>
              <a:rPr lang="en-US" sz="7200" b="1" i="0" u="none" strike="noStrike" cap="none">
                <a:solidFill>
                  <a:srgbClr val="FFFFFF"/>
                </a:solidFill>
                <a:latin typeface="Arial"/>
                <a:ea typeface="Arial"/>
                <a:cs typeface="Arial"/>
                <a:sym typeface="Arial"/>
              </a:rPr>
              <a:t>Downtime</a:t>
            </a:r>
            <a:endParaRPr sz="1400" b="0" i="0" u="none" strike="noStrike" cap="none">
              <a:solidFill>
                <a:srgbClr val="000000"/>
              </a:solidFill>
              <a:latin typeface="Arial"/>
              <a:ea typeface="Arial"/>
              <a:cs typeface="Arial"/>
              <a:sym typeface="Arial"/>
            </a:endParaRPr>
          </a:p>
        </p:txBody>
      </p:sp>
      <p:sp>
        <p:nvSpPr>
          <p:cNvPr id="86" name="Google Shape;86;p1"/>
          <p:cNvSpPr txBox="1"/>
          <p:nvPr/>
        </p:nvSpPr>
        <p:spPr>
          <a:xfrm>
            <a:off x="413887" y="2111209"/>
            <a:ext cx="12644007" cy="1383584"/>
          </a:xfrm>
          <a:prstGeom prst="rect">
            <a:avLst/>
          </a:prstGeom>
          <a:noFill/>
          <a:ln>
            <a:noFill/>
          </a:ln>
        </p:spPr>
        <p:txBody>
          <a:bodyPr spcFirstLastPara="1" wrap="square" lIns="0" tIns="0" rIns="0" bIns="0" anchor="t" anchorCtr="0">
            <a:spAutoFit/>
          </a:bodyPr>
          <a:lstStyle/>
          <a:p>
            <a:pPr marL="0" marR="0" lvl="0" indent="0" algn="l" rtl="0">
              <a:lnSpc>
                <a:spcPct val="169736"/>
              </a:lnSpc>
              <a:spcBef>
                <a:spcPts val="0"/>
              </a:spcBef>
              <a:spcAft>
                <a:spcPts val="0"/>
              </a:spcAft>
              <a:buClr>
                <a:srgbClr val="000000"/>
              </a:buClr>
              <a:buSzPts val="7200"/>
              <a:buFont typeface="Arial"/>
              <a:buNone/>
            </a:pPr>
            <a:r>
              <a:rPr lang="en-US" sz="7200" b="1" i="0" u="none" strike="noStrike" cap="none">
                <a:solidFill>
                  <a:srgbClr val="DDEAF6"/>
                </a:solidFill>
                <a:latin typeface="Arial"/>
                <a:ea typeface="Arial"/>
                <a:cs typeface="Arial"/>
                <a:sym typeface="Arial"/>
              </a:rPr>
              <a:t>Manufacturing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90"/>
        <p:cNvGrpSpPr/>
        <p:nvPr/>
      </p:nvGrpSpPr>
      <p:grpSpPr>
        <a:xfrm>
          <a:off x="0" y="0"/>
          <a:ext cx="0" cy="0"/>
          <a:chOff x="0" y="0"/>
          <a:chExt cx="0" cy="0"/>
        </a:xfrm>
      </p:grpSpPr>
      <p:pic>
        <p:nvPicPr>
          <p:cNvPr id="91" name="Google Shape;91;p2"/>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sp>
        <p:nvSpPr>
          <p:cNvPr id="92" name="Google Shape;92;p2"/>
          <p:cNvSpPr txBox="1"/>
          <p:nvPr/>
        </p:nvSpPr>
        <p:spPr>
          <a:xfrm>
            <a:off x="729180" y="337738"/>
            <a:ext cx="5619773" cy="1015343"/>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a:solidFill>
                  <a:srgbClr val="DDEAF6"/>
                </a:solidFill>
                <a:latin typeface="Arial"/>
                <a:ea typeface="Arial"/>
                <a:cs typeface="Arial"/>
                <a:sym typeface="Arial"/>
              </a:rPr>
              <a:t>Project Team</a:t>
            </a:r>
            <a:endParaRPr sz="1400" b="0" i="0" u="none" strike="noStrike" cap="none">
              <a:solidFill>
                <a:srgbClr val="000000"/>
              </a:solidFill>
              <a:latin typeface="Arial"/>
              <a:ea typeface="Arial"/>
              <a:cs typeface="Arial"/>
              <a:sym typeface="Arial"/>
            </a:endParaRPr>
          </a:p>
        </p:txBody>
      </p:sp>
      <p:sp>
        <p:nvSpPr>
          <p:cNvPr id="93" name="Google Shape;93;p2"/>
          <p:cNvSpPr/>
          <p:nvPr/>
        </p:nvSpPr>
        <p:spPr>
          <a:xfrm>
            <a:off x="1710267" y="2218267"/>
            <a:ext cx="3953934" cy="694266"/>
          </a:xfrm>
          <a:prstGeom prst="roundRect">
            <a:avLst>
              <a:gd name="adj" fmla="val 16667"/>
            </a:avLst>
          </a:prstGeom>
          <a:noFill/>
          <a:ln w="12700" cap="flat" cmpd="sng">
            <a:solidFill>
              <a:srgbClr val="2FB2D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4" name="Google Shape;94;p2"/>
          <p:cNvSpPr/>
          <p:nvPr/>
        </p:nvSpPr>
        <p:spPr>
          <a:xfrm>
            <a:off x="1447800" y="2040466"/>
            <a:ext cx="524934" cy="524934"/>
          </a:xfrm>
          <a:prstGeom prst="rect">
            <a:avLst/>
          </a:prstGeom>
          <a:solidFill>
            <a:srgbClr val="22839A"/>
          </a:solidFill>
          <a:ln w="12700" cap="flat" cmpd="sng">
            <a:solidFill>
              <a:srgbClr val="31538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 name="Google Shape;95;p2"/>
          <p:cNvSpPr txBox="1"/>
          <p:nvPr/>
        </p:nvSpPr>
        <p:spPr>
          <a:xfrm>
            <a:off x="1481668" y="2118267"/>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01</a:t>
            </a:r>
            <a:endParaRPr sz="1400" b="0" i="0" u="none" strike="noStrike" cap="none">
              <a:solidFill>
                <a:srgbClr val="000000"/>
              </a:solidFill>
              <a:latin typeface="Arial"/>
              <a:ea typeface="Arial"/>
              <a:cs typeface="Arial"/>
              <a:sym typeface="Arial"/>
            </a:endParaRPr>
          </a:p>
        </p:txBody>
      </p:sp>
      <p:sp>
        <p:nvSpPr>
          <p:cNvPr id="96" name="Google Shape;96;p2"/>
          <p:cNvSpPr txBox="1"/>
          <p:nvPr/>
        </p:nvSpPr>
        <p:spPr>
          <a:xfrm>
            <a:off x="2065868" y="2424057"/>
            <a:ext cx="3231459" cy="308482"/>
          </a:xfrm>
          <a:prstGeom prst="rect">
            <a:avLst/>
          </a:prstGeom>
          <a:noFill/>
          <a:ln>
            <a:noFill/>
          </a:ln>
        </p:spPr>
        <p:txBody>
          <a:bodyPr spcFirstLastPara="1" wrap="square" lIns="0" tIns="0" rIns="0" bIns="0" anchor="t" anchorCtr="0">
            <a:spAutoFit/>
          </a:bodyPr>
          <a:lstStyle/>
          <a:p>
            <a:pPr marL="0" marR="0" lvl="0" indent="0" algn="just" rtl="0">
              <a:lnSpc>
                <a:spcPct val="107750"/>
              </a:lnSpc>
              <a:spcBef>
                <a:spcPts val="0"/>
              </a:spcBef>
              <a:spcAft>
                <a:spcPts val="0"/>
              </a:spcAft>
              <a:buClr>
                <a:srgbClr val="000000"/>
              </a:buClr>
              <a:buSzPts val="2400"/>
              <a:buFont typeface="Arial"/>
              <a:buNone/>
            </a:pPr>
            <a:r>
              <a:rPr lang="en-US" sz="2400" b="1" i="0" u="none" strike="noStrike" cap="none">
                <a:solidFill>
                  <a:srgbClr val="DDEAF6"/>
                </a:solidFill>
                <a:latin typeface="Arial"/>
                <a:ea typeface="Arial"/>
                <a:cs typeface="Arial"/>
                <a:sym typeface="Arial"/>
              </a:rPr>
              <a:t>Mariam Mohamed Ali </a:t>
            </a:r>
            <a:endParaRPr sz="2400" b="1" i="0" u="none" strike="noStrike" cap="none">
              <a:solidFill>
                <a:srgbClr val="DDEAF6"/>
              </a:solidFill>
              <a:latin typeface="Arial"/>
              <a:ea typeface="Arial"/>
              <a:cs typeface="Arial"/>
              <a:sym typeface="Arial"/>
            </a:endParaRPr>
          </a:p>
        </p:txBody>
      </p:sp>
      <p:sp>
        <p:nvSpPr>
          <p:cNvPr id="97" name="Google Shape;97;p2"/>
          <p:cNvSpPr/>
          <p:nvPr/>
        </p:nvSpPr>
        <p:spPr>
          <a:xfrm>
            <a:off x="1710267" y="3430586"/>
            <a:ext cx="3953934" cy="694266"/>
          </a:xfrm>
          <a:prstGeom prst="roundRect">
            <a:avLst>
              <a:gd name="adj" fmla="val 16667"/>
            </a:avLst>
          </a:prstGeom>
          <a:noFill/>
          <a:ln w="12700" cap="flat" cmpd="sng">
            <a:solidFill>
              <a:srgbClr val="2FB2D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2"/>
          <p:cNvSpPr/>
          <p:nvPr/>
        </p:nvSpPr>
        <p:spPr>
          <a:xfrm>
            <a:off x="1447800" y="3252785"/>
            <a:ext cx="524934" cy="524934"/>
          </a:xfrm>
          <a:prstGeom prst="rect">
            <a:avLst/>
          </a:prstGeom>
          <a:solidFill>
            <a:srgbClr val="22839A"/>
          </a:solidFill>
          <a:ln w="12700" cap="flat" cmpd="sng">
            <a:solidFill>
              <a:srgbClr val="31538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2"/>
          <p:cNvSpPr txBox="1"/>
          <p:nvPr/>
        </p:nvSpPr>
        <p:spPr>
          <a:xfrm>
            <a:off x="1481668" y="3330586"/>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02</a:t>
            </a:r>
            <a:endParaRPr sz="1400" b="0" i="0" u="none" strike="noStrike" cap="none">
              <a:solidFill>
                <a:srgbClr val="000000"/>
              </a:solidFill>
              <a:latin typeface="Arial"/>
              <a:ea typeface="Arial"/>
              <a:cs typeface="Arial"/>
              <a:sym typeface="Arial"/>
            </a:endParaRPr>
          </a:p>
        </p:txBody>
      </p:sp>
      <p:sp>
        <p:nvSpPr>
          <p:cNvPr id="100" name="Google Shape;100;p2"/>
          <p:cNvSpPr txBox="1"/>
          <p:nvPr/>
        </p:nvSpPr>
        <p:spPr>
          <a:xfrm>
            <a:off x="2065868" y="3636376"/>
            <a:ext cx="3539064" cy="308482"/>
          </a:xfrm>
          <a:prstGeom prst="rect">
            <a:avLst/>
          </a:prstGeom>
          <a:noFill/>
          <a:ln>
            <a:noFill/>
          </a:ln>
        </p:spPr>
        <p:txBody>
          <a:bodyPr spcFirstLastPara="1" wrap="square" lIns="0" tIns="0" rIns="0" bIns="0" anchor="t" anchorCtr="0">
            <a:spAutoFit/>
          </a:bodyPr>
          <a:lstStyle/>
          <a:p>
            <a:pPr marL="0" marR="0" lvl="0" indent="0" algn="just" rtl="0">
              <a:lnSpc>
                <a:spcPct val="107750"/>
              </a:lnSpc>
              <a:spcBef>
                <a:spcPts val="0"/>
              </a:spcBef>
              <a:spcAft>
                <a:spcPts val="0"/>
              </a:spcAft>
              <a:buClr>
                <a:srgbClr val="000000"/>
              </a:buClr>
              <a:buSzPts val="2400"/>
              <a:buFont typeface="Arial"/>
              <a:buNone/>
            </a:pPr>
            <a:r>
              <a:rPr lang="en-US" sz="2400" b="1" i="0" u="none" strike="noStrike" cap="none">
                <a:solidFill>
                  <a:srgbClr val="DDEAF6"/>
                </a:solidFill>
                <a:latin typeface="Arial"/>
                <a:ea typeface="Arial"/>
                <a:cs typeface="Arial"/>
                <a:sym typeface="Arial"/>
              </a:rPr>
              <a:t>Amira Ibrahim Farghaly</a:t>
            </a:r>
            <a:endParaRPr sz="2400" b="1" i="0" u="none" strike="noStrike" cap="none">
              <a:solidFill>
                <a:srgbClr val="DDEAF6"/>
              </a:solidFill>
              <a:latin typeface="Arial"/>
              <a:ea typeface="Arial"/>
              <a:cs typeface="Arial"/>
              <a:sym typeface="Arial"/>
            </a:endParaRPr>
          </a:p>
        </p:txBody>
      </p:sp>
      <p:sp>
        <p:nvSpPr>
          <p:cNvPr id="101" name="Google Shape;101;p2"/>
          <p:cNvSpPr/>
          <p:nvPr/>
        </p:nvSpPr>
        <p:spPr>
          <a:xfrm>
            <a:off x="1744134" y="4642905"/>
            <a:ext cx="4604819" cy="694266"/>
          </a:xfrm>
          <a:prstGeom prst="roundRect">
            <a:avLst>
              <a:gd name="adj" fmla="val 16667"/>
            </a:avLst>
          </a:prstGeom>
          <a:noFill/>
          <a:ln w="12700" cap="flat" cmpd="sng">
            <a:solidFill>
              <a:srgbClr val="2FB2D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 name="Google Shape;102;p2"/>
          <p:cNvSpPr/>
          <p:nvPr/>
        </p:nvSpPr>
        <p:spPr>
          <a:xfrm>
            <a:off x="1481668" y="4465104"/>
            <a:ext cx="524934" cy="524934"/>
          </a:xfrm>
          <a:prstGeom prst="rect">
            <a:avLst/>
          </a:prstGeom>
          <a:solidFill>
            <a:srgbClr val="22839A"/>
          </a:solidFill>
          <a:ln w="12700" cap="flat" cmpd="sng">
            <a:solidFill>
              <a:srgbClr val="31538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 name="Google Shape;103;p2"/>
          <p:cNvSpPr txBox="1"/>
          <p:nvPr/>
        </p:nvSpPr>
        <p:spPr>
          <a:xfrm>
            <a:off x="1515536" y="4542905"/>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03</a:t>
            </a:r>
            <a:endParaRPr sz="1400" b="0" i="0" u="none" strike="noStrike" cap="none">
              <a:solidFill>
                <a:srgbClr val="000000"/>
              </a:solidFill>
              <a:latin typeface="Arial"/>
              <a:ea typeface="Arial"/>
              <a:cs typeface="Arial"/>
              <a:sym typeface="Arial"/>
            </a:endParaRPr>
          </a:p>
        </p:txBody>
      </p:sp>
      <p:sp>
        <p:nvSpPr>
          <p:cNvPr id="104" name="Google Shape;104;p2"/>
          <p:cNvSpPr txBox="1"/>
          <p:nvPr/>
        </p:nvSpPr>
        <p:spPr>
          <a:xfrm>
            <a:off x="2065868" y="4845524"/>
            <a:ext cx="4106332" cy="666849"/>
          </a:xfrm>
          <a:prstGeom prst="rect">
            <a:avLst/>
          </a:prstGeom>
          <a:noFill/>
          <a:ln>
            <a:noFill/>
          </a:ln>
        </p:spPr>
        <p:txBody>
          <a:bodyPr spcFirstLastPara="1" wrap="square" lIns="0" tIns="0" rIns="0" bIns="0" anchor="t" anchorCtr="0">
            <a:spAutoFit/>
          </a:bodyPr>
          <a:lstStyle/>
          <a:p>
            <a:pPr marL="0" marR="0" lvl="0" indent="0" algn="just" rtl="0">
              <a:lnSpc>
                <a:spcPct val="107750"/>
              </a:lnSpc>
              <a:spcBef>
                <a:spcPts val="0"/>
              </a:spcBef>
              <a:spcAft>
                <a:spcPts val="0"/>
              </a:spcAft>
              <a:buClr>
                <a:srgbClr val="000000"/>
              </a:buClr>
              <a:buSzPts val="2400"/>
              <a:buFont typeface="Arial"/>
              <a:buNone/>
            </a:pPr>
            <a:r>
              <a:rPr lang="en-US" sz="2400" b="1" i="0" u="none" strike="noStrike" cap="none">
                <a:solidFill>
                  <a:srgbClr val="DDEAF6"/>
                </a:solidFill>
                <a:latin typeface="Arial"/>
                <a:ea typeface="Arial"/>
                <a:cs typeface="Arial"/>
                <a:sym typeface="Arial"/>
              </a:rPr>
              <a:t>Salma Abdelkhalek Hussein </a:t>
            </a:r>
            <a:endParaRPr sz="1400" b="0" i="0" u="none" strike="noStrike" cap="none">
              <a:solidFill>
                <a:srgbClr val="000000"/>
              </a:solidFill>
              <a:latin typeface="Arial"/>
              <a:ea typeface="Arial"/>
              <a:cs typeface="Arial"/>
              <a:sym typeface="Arial"/>
            </a:endParaRPr>
          </a:p>
          <a:p>
            <a:pPr marL="0" marR="0" lvl="0" indent="0" algn="just" rtl="0">
              <a:lnSpc>
                <a:spcPct val="107750"/>
              </a:lnSpc>
              <a:spcBef>
                <a:spcPts val="0"/>
              </a:spcBef>
              <a:spcAft>
                <a:spcPts val="0"/>
              </a:spcAft>
              <a:buClr>
                <a:srgbClr val="000000"/>
              </a:buClr>
              <a:buSzPts val="2400"/>
              <a:buFont typeface="Arial"/>
              <a:buNone/>
            </a:pPr>
            <a:endParaRPr sz="2400" b="1" i="0" u="none" strike="noStrike" cap="none">
              <a:solidFill>
                <a:srgbClr val="DDEAF6"/>
              </a:solidFill>
              <a:latin typeface="Arial"/>
              <a:ea typeface="Arial"/>
              <a:cs typeface="Arial"/>
              <a:sym typeface="Arial"/>
            </a:endParaRPr>
          </a:p>
        </p:txBody>
      </p:sp>
      <p:sp>
        <p:nvSpPr>
          <p:cNvPr id="105" name="Google Shape;105;p2"/>
          <p:cNvSpPr/>
          <p:nvPr/>
        </p:nvSpPr>
        <p:spPr>
          <a:xfrm>
            <a:off x="6611419" y="2221438"/>
            <a:ext cx="4251314" cy="694266"/>
          </a:xfrm>
          <a:prstGeom prst="roundRect">
            <a:avLst>
              <a:gd name="adj" fmla="val 16667"/>
            </a:avLst>
          </a:prstGeom>
          <a:noFill/>
          <a:ln w="12700" cap="flat" cmpd="sng">
            <a:solidFill>
              <a:srgbClr val="2FB2D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6" name="Google Shape;106;p2"/>
          <p:cNvSpPr/>
          <p:nvPr/>
        </p:nvSpPr>
        <p:spPr>
          <a:xfrm>
            <a:off x="6348953" y="2043637"/>
            <a:ext cx="524934" cy="524934"/>
          </a:xfrm>
          <a:prstGeom prst="rect">
            <a:avLst/>
          </a:prstGeom>
          <a:solidFill>
            <a:srgbClr val="22839A"/>
          </a:solidFill>
          <a:ln w="12700" cap="flat" cmpd="sng">
            <a:solidFill>
              <a:srgbClr val="31538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 name="Google Shape;107;p2"/>
          <p:cNvSpPr txBox="1"/>
          <p:nvPr/>
        </p:nvSpPr>
        <p:spPr>
          <a:xfrm>
            <a:off x="6382821" y="2121438"/>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04</a:t>
            </a:r>
            <a:endParaRPr sz="1400" b="0" i="0" u="none" strike="noStrike" cap="none">
              <a:solidFill>
                <a:srgbClr val="000000"/>
              </a:solidFill>
              <a:latin typeface="Arial"/>
              <a:ea typeface="Arial"/>
              <a:cs typeface="Arial"/>
              <a:sym typeface="Arial"/>
            </a:endParaRPr>
          </a:p>
        </p:txBody>
      </p:sp>
      <p:sp>
        <p:nvSpPr>
          <p:cNvPr id="108" name="Google Shape;108;p2"/>
          <p:cNvSpPr txBox="1"/>
          <p:nvPr/>
        </p:nvSpPr>
        <p:spPr>
          <a:xfrm>
            <a:off x="7026289" y="2424057"/>
            <a:ext cx="4071413" cy="666849"/>
          </a:xfrm>
          <a:prstGeom prst="rect">
            <a:avLst/>
          </a:prstGeom>
          <a:noFill/>
          <a:ln>
            <a:noFill/>
          </a:ln>
        </p:spPr>
        <p:txBody>
          <a:bodyPr spcFirstLastPara="1" wrap="square" lIns="0" tIns="0" rIns="0" bIns="0" anchor="t" anchorCtr="0">
            <a:spAutoFit/>
          </a:bodyPr>
          <a:lstStyle/>
          <a:p>
            <a:pPr marL="0" marR="0" lvl="0" indent="0" algn="just" rtl="0">
              <a:lnSpc>
                <a:spcPct val="107750"/>
              </a:lnSpc>
              <a:spcBef>
                <a:spcPts val="0"/>
              </a:spcBef>
              <a:spcAft>
                <a:spcPts val="0"/>
              </a:spcAft>
              <a:buClr>
                <a:srgbClr val="000000"/>
              </a:buClr>
              <a:buSzPts val="2400"/>
              <a:buFont typeface="Arial"/>
              <a:buNone/>
            </a:pPr>
            <a:r>
              <a:rPr lang="en-US" sz="2400" b="1" i="0" u="none" strike="noStrike" cap="none">
                <a:solidFill>
                  <a:srgbClr val="DDEAF6"/>
                </a:solidFill>
                <a:latin typeface="Arial"/>
                <a:ea typeface="Arial"/>
                <a:cs typeface="Arial"/>
                <a:sym typeface="Arial"/>
              </a:rPr>
              <a:t>Esraa Mohamed Abdullah </a:t>
            </a:r>
            <a:endParaRPr sz="1400" b="0" i="0" u="none" strike="noStrike" cap="none">
              <a:solidFill>
                <a:srgbClr val="000000"/>
              </a:solidFill>
              <a:latin typeface="Arial"/>
              <a:ea typeface="Arial"/>
              <a:cs typeface="Arial"/>
              <a:sym typeface="Arial"/>
            </a:endParaRPr>
          </a:p>
          <a:p>
            <a:pPr marL="0" marR="0" lvl="0" indent="0" algn="just" rtl="0">
              <a:lnSpc>
                <a:spcPct val="107750"/>
              </a:lnSpc>
              <a:spcBef>
                <a:spcPts val="0"/>
              </a:spcBef>
              <a:spcAft>
                <a:spcPts val="0"/>
              </a:spcAft>
              <a:buClr>
                <a:srgbClr val="000000"/>
              </a:buClr>
              <a:buSzPts val="2400"/>
              <a:buFont typeface="Arial"/>
              <a:buNone/>
            </a:pPr>
            <a:endParaRPr sz="2400" b="1" i="0" u="none" strike="noStrike" cap="none">
              <a:solidFill>
                <a:srgbClr val="DDEAF6"/>
              </a:solidFill>
              <a:latin typeface="Arial"/>
              <a:ea typeface="Arial"/>
              <a:cs typeface="Arial"/>
              <a:sym typeface="Arial"/>
            </a:endParaRPr>
          </a:p>
        </p:txBody>
      </p:sp>
      <p:sp>
        <p:nvSpPr>
          <p:cNvPr id="109" name="Google Shape;109;p2"/>
          <p:cNvSpPr/>
          <p:nvPr/>
        </p:nvSpPr>
        <p:spPr>
          <a:xfrm>
            <a:off x="6611419" y="3433757"/>
            <a:ext cx="4251313" cy="694266"/>
          </a:xfrm>
          <a:prstGeom prst="roundRect">
            <a:avLst>
              <a:gd name="adj" fmla="val 16667"/>
            </a:avLst>
          </a:prstGeom>
          <a:noFill/>
          <a:ln w="12700" cap="flat" cmpd="sng">
            <a:solidFill>
              <a:srgbClr val="2FB2D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0" name="Google Shape;110;p2"/>
          <p:cNvSpPr/>
          <p:nvPr/>
        </p:nvSpPr>
        <p:spPr>
          <a:xfrm>
            <a:off x="6348953" y="3255956"/>
            <a:ext cx="524934" cy="524934"/>
          </a:xfrm>
          <a:prstGeom prst="rect">
            <a:avLst/>
          </a:prstGeom>
          <a:solidFill>
            <a:srgbClr val="22839A"/>
          </a:solidFill>
          <a:ln w="12700" cap="flat" cmpd="sng">
            <a:solidFill>
              <a:srgbClr val="31538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1" name="Google Shape;111;p2"/>
          <p:cNvSpPr txBox="1"/>
          <p:nvPr/>
        </p:nvSpPr>
        <p:spPr>
          <a:xfrm>
            <a:off x="6382821" y="3333757"/>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05</a:t>
            </a:r>
            <a:endParaRPr sz="1400" b="0" i="0" u="none" strike="noStrike" cap="none">
              <a:solidFill>
                <a:srgbClr val="000000"/>
              </a:solidFill>
              <a:latin typeface="Arial"/>
              <a:ea typeface="Arial"/>
              <a:cs typeface="Arial"/>
              <a:sym typeface="Arial"/>
            </a:endParaRPr>
          </a:p>
        </p:txBody>
      </p:sp>
      <p:sp>
        <p:nvSpPr>
          <p:cNvPr id="112" name="Google Shape;112;p2"/>
          <p:cNvSpPr txBox="1"/>
          <p:nvPr/>
        </p:nvSpPr>
        <p:spPr>
          <a:xfrm>
            <a:off x="7026290" y="3636376"/>
            <a:ext cx="3231459" cy="333425"/>
          </a:xfrm>
          <a:prstGeom prst="rect">
            <a:avLst/>
          </a:prstGeom>
          <a:noFill/>
          <a:ln>
            <a:noFill/>
          </a:ln>
        </p:spPr>
        <p:txBody>
          <a:bodyPr spcFirstLastPara="1" wrap="square" lIns="0" tIns="0" rIns="0" bIns="0" anchor="t" anchorCtr="0">
            <a:spAutoFit/>
          </a:bodyPr>
          <a:lstStyle/>
          <a:p>
            <a:pPr marL="0" marR="0" lvl="0" indent="0" algn="just" rtl="0">
              <a:lnSpc>
                <a:spcPct val="107750"/>
              </a:lnSpc>
              <a:spcBef>
                <a:spcPts val="0"/>
              </a:spcBef>
              <a:spcAft>
                <a:spcPts val="0"/>
              </a:spcAft>
              <a:buClr>
                <a:srgbClr val="000000"/>
              </a:buClr>
              <a:buSzPts val="2400"/>
              <a:buFont typeface="Arial"/>
              <a:buNone/>
            </a:pPr>
            <a:r>
              <a:rPr lang="en-US" sz="2400" b="1" i="0" u="none" strike="noStrike" cap="none">
                <a:solidFill>
                  <a:srgbClr val="DDEAF6"/>
                </a:solidFill>
                <a:latin typeface="Arial"/>
                <a:ea typeface="Arial"/>
                <a:cs typeface="Arial"/>
                <a:sym typeface="Arial"/>
              </a:rPr>
              <a:t>Dalal Hossam Eldin</a:t>
            </a:r>
            <a:endParaRPr sz="2400" b="1" i="0" u="none" strike="noStrike" cap="none">
              <a:solidFill>
                <a:srgbClr val="DDEAF6"/>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116"/>
        <p:cNvGrpSpPr/>
        <p:nvPr/>
      </p:nvGrpSpPr>
      <p:grpSpPr>
        <a:xfrm>
          <a:off x="0" y="0"/>
          <a:ext cx="0" cy="0"/>
          <a:chOff x="0" y="0"/>
          <a:chExt cx="0" cy="0"/>
        </a:xfrm>
      </p:grpSpPr>
      <p:pic>
        <p:nvPicPr>
          <p:cNvPr id="117" name="Google Shape;117;p3"/>
          <p:cNvPicPr preferRelativeResize="0"/>
          <p:nvPr/>
        </p:nvPicPr>
        <p:blipFill rotWithShape="1">
          <a:blip r:embed="rId3">
            <a:alphaModFix amt="5000"/>
          </a:blip>
          <a:srcRect t="6802" b="10247"/>
          <a:stretch/>
        </p:blipFill>
        <p:spPr>
          <a:xfrm>
            <a:off x="-583934" y="9625"/>
            <a:ext cx="13128859" cy="6858001"/>
          </a:xfrm>
          <a:prstGeom prst="rect">
            <a:avLst/>
          </a:prstGeom>
          <a:noFill/>
          <a:ln>
            <a:noFill/>
          </a:ln>
        </p:spPr>
      </p:pic>
      <p:sp>
        <p:nvSpPr>
          <p:cNvPr id="118" name="Google Shape;118;p3"/>
          <p:cNvSpPr/>
          <p:nvPr/>
        </p:nvSpPr>
        <p:spPr>
          <a:xfrm>
            <a:off x="7572909" y="1624019"/>
            <a:ext cx="4021667" cy="3642252"/>
          </a:xfrm>
          <a:prstGeom prst="rect">
            <a:avLst/>
          </a:prstGeom>
          <a:solidFill>
            <a:srgbClr val="9EDC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EDCEA"/>
              </a:solidFill>
              <a:latin typeface="Calibri"/>
              <a:ea typeface="Calibri"/>
              <a:cs typeface="Calibri"/>
              <a:sym typeface="Calibri"/>
            </a:endParaRPr>
          </a:p>
        </p:txBody>
      </p:sp>
      <p:sp>
        <p:nvSpPr>
          <p:cNvPr id="119" name="Google Shape;119;p3"/>
          <p:cNvSpPr txBox="1"/>
          <p:nvPr/>
        </p:nvSpPr>
        <p:spPr>
          <a:xfrm>
            <a:off x="729180" y="337739"/>
            <a:ext cx="5619773" cy="1015343"/>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a:solidFill>
                  <a:srgbClr val="9EDCEA"/>
                </a:solidFill>
                <a:latin typeface="Arial"/>
                <a:ea typeface="Arial"/>
                <a:cs typeface="Arial"/>
                <a:sym typeface="Arial"/>
              </a:rPr>
              <a:t>Project Overview</a:t>
            </a:r>
            <a:endParaRPr sz="1400" b="0" i="0" u="none" strike="noStrike" cap="none">
              <a:solidFill>
                <a:srgbClr val="000000"/>
              </a:solidFill>
              <a:latin typeface="Arial"/>
              <a:ea typeface="Arial"/>
              <a:cs typeface="Arial"/>
              <a:sym typeface="Arial"/>
            </a:endParaRPr>
          </a:p>
        </p:txBody>
      </p:sp>
      <p:sp>
        <p:nvSpPr>
          <p:cNvPr id="120" name="Google Shape;120;p3"/>
          <p:cNvSpPr txBox="1"/>
          <p:nvPr/>
        </p:nvSpPr>
        <p:spPr>
          <a:xfrm>
            <a:off x="729180" y="1999878"/>
            <a:ext cx="6315087" cy="2613536"/>
          </a:xfrm>
          <a:prstGeom prst="rect">
            <a:avLst/>
          </a:prstGeom>
          <a:noFill/>
          <a:ln>
            <a:noFill/>
          </a:ln>
        </p:spPr>
        <p:txBody>
          <a:bodyPr spcFirstLastPara="1" wrap="square" lIns="0" tIns="0" rIns="0" bIns="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Arial"/>
                <a:ea typeface="Arial"/>
                <a:cs typeface="Arial"/>
                <a:sym typeface="Arial"/>
              </a:rPr>
              <a:t>Manufacturing downtime is one of the key challenges affecting production efficiency. This project analyzes downtime events to identify the main causes of production interruptions and evaluate their impact on operational performance.</a:t>
            </a:r>
            <a:endParaRPr sz="1400" b="0" i="0" u="none" strike="noStrike" cap="none">
              <a:solidFill>
                <a:srgbClr val="000000"/>
              </a:solidFill>
              <a:latin typeface="Arial"/>
              <a:ea typeface="Arial"/>
              <a:cs typeface="Arial"/>
              <a:sym typeface="Arial"/>
            </a:endParaRPr>
          </a:p>
          <a:p>
            <a:pPr marL="0" marR="0" lvl="0" indent="0" algn="just" rtl="0">
              <a:lnSpc>
                <a:spcPct val="1573000"/>
              </a:lnSpc>
              <a:spcBef>
                <a:spcPts val="0"/>
              </a:spcBef>
              <a:spcAft>
                <a:spcPts val="0"/>
              </a:spcAft>
              <a:buClr>
                <a:srgbClr val="000000"/>
              </a:buClr>
              <a:buSzPts val="200"/>
              <a:buFont typeface="Arial"/>
              <a:buNone/>
            </a:pPr>
            <a:endParaRPr sz="200" b="0" i="0" u="none" strike="noStrike" cap="none">
              <a:solidFill>
                <a:srgbClr val="FFFFFF"/>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Arial"/>
                <a:ea typeface="Arial"/>
                <a:cs typeface="Arial"/>
                <a:sym typeface="Arial"/>
              </a:rPr>
              <a:t>Using Microsoft Power BI, an interactive dashboard was developed to explore downtime patterns across machines, operators, and time periods, helping uncover the most critical factors behind production disruptions.</a:t>
            </a:r>
            <a:endParaRPr sz="1400" b="0" i="0" u="none" strike="noStrike" cap="none">
              <a:solidFill>
                <a:srgbClr val="000000"/>
              </a:solidFill>
              <a:latin typeface="Arial"/>
              <a:ea typeface="Arial"/>
              <a:cs typeface="Arial"/>
              <a:sym typeface="Arial"/>
            </a:endParaRPr>
          </a:p>
        </p:txBody>
      </p:sp>
      <p:pic>
        <p:nvPicPr>
          <p:cNvPr id="121" name="Google Shape;121;p3"/>
          <p:cNvPicPr preferRelativeResize="0"/>
          <p:nvPr/>
        </p:nvPicPr>
        <p:blipFill rotWithShape="1">
          <a:blip r:embed="rId4">
            <a:alphaModFix/>
          </a:blip>
          <a:srcRect l="19341" r="7048"/>
          <a:stretch/>
        </p:blipFill>
        <p:spPr>
          <a:xfrm>
            <a:off x="7704667" y="1743346"/>
            <a:ext cx="3758153" cy="3403598"/>
          </a:xfrm>
          <a:prstGeom prst="rect">
            <a:avLst/>
          </a:prstGeom>
          <a:noFill/>
          <a:ln>
            <a:noFill/>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125"/>
        <p:cNvGrpSpPr/>
        <p:nvPr/>
      </p:nvGrpSpPr>
      <p:grpSpPr>
        <a:xfrm>
          <a:off x="0" y="0"/>
          <a:ext cx="0" cy="0"/>
          <a:chOff x="0" y="0"/>
          <a:chExt cx="0" cy="0"/>
        </a:xfrm>
      </p:grpSpPr>
      <p:pic>
        <p:nvPicPr>
          <p:cNvPr id="126" name="Google Shape;126;p4"/>
          <p:cNvPicPr preferRelativeResize="0"/>
          <p:nvPr/>
        </p:nvPicPr>
        <p:blipFill rotWithShape="1">
          <a:blip r:embed="rId3">
            <a:alphaModFix amt="5000"/>
          </a:blip>
          <a:srcRect t="6802" b="10247"/>
          <a:stretch/>
        </p:blipFill>
        <p:spPr>
          <a:xfrm>
            <a:off x="-574309" y="9625"/>
            <a:ext cx="13128859" cy="6858001"/>
          </a:xfrm>
          <a:prstGeom prst="rect">
            <a:avLst/>
          </a:prstGeom>
          <a:noFill/>
          <a:ln>
            <a:noFill/>
          </a:ln>
        </p:spPr>
      </p:pic>
      <p:sp>
        <p:nvSpPr>
          <p:cNvPr id="7" name="Google Shape;118;p3">
            <a:extLst>
              <a:ext uri="{FF2B5EF4-FFF2-40B4-BE49-F238E27FC236}">
                <a16:creationId xmlns:a16="http://schemas.microsoft.com/office/drawing/2014/main" id="{771B8F58-F976-4B5A-8DE1-40564DE4F611}"/>
              </a:ext>
            </a:extLst>
          </p:cNvPr>
          <p:cNvSpPr/>
          <p:nvPr/>
        </p:nvSpPr>
        <p:spPr>
          <a:xfrm>
            <a:off x="7572909" y="1624019"/>
            <a:ext cx="4021667" cy="3642252"/>
          </a:xfrm>
          <a:prstGeom prst="rect">
            <a:avLst/>
          </a:prstGeom>
          <a:solidFill>
            <a:srgbClr val="9EDC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EDCEA"/>
              </a:solidFill>
              <a:latin typeface="Calibri"/>
              <a:ea typeface="Calibri"/>
              <a:cs typeface="Calibri"/>
              <a:sym typeface="Calibri"/>
            </a:endParaRPr>
          </a:p>
        </p:txBody>
      </p:sp>
      <p:sp>
        <p:nvSpPr>
          <p:cNvPr id="127" name="Google Shape;127;p4"/>
          <p:cNvSpPr txBox="1"/>
          <p:nvPr/>
        </p:nvSpPr>
        <p:spPr>
          <a:xfrm>
            <a:off x="729180" y="337739"/>
            <a:ext cx="5619773" cy="1003673"/>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a:solidFill>
                  <a:srgbClr val="9EDCEA"/>
                </a:solidFill>
                <a:latin typeface="Arial"/>
                <a:ea typeface="Arial"/>
                <a:cs typeface="Arial"/>
                <a:sym typeface="Arial"/>
              </a:rPr>
              <a:t>Data Source</a:t>
            </a:r>
            <a:endParaRPr sz="1400" b="0" i="0" u="none" strike="noStrike" cap="none">
              <a:solidFill>
                <a:srgbClr val="000000"/>
              </a:solidFill>
              <a:latin typeface="Arial"/>
              <a:ea typeface="Arial"/>
              <a:cs typeface="Arial"/>
              <a:sym typeface="Arial"/>
            </a:endParaRPr>
          </a:p>
        </p:txBody>
      </p:sp>
      <p:sp>
        <p:nvSpPr>
          <p:cNvPr id="128" name="Google Shape;128;p4"/>
          <p:cNvSpPr txBox="1"/>
          <p:nvPr/>
        </p:nvSpPr>
        <p:spPr>
          <a:xfrm>
            <a:off x="729179" y="2228775"/>
            <a:ext cx="6374354" cy="225132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FFFFFF"/>
                </a:solidFill>
                <a:latin typeface="Arial"/>
                <a:ea typeface="Arial"/>
                <a:cs typeface="Arial"/>
                <a:sym typeface="Arial"/>
              </a:rPr>
              <a:t>The dataset was provided by the Digital Egypt Pioneers Initiative (DEPI) as part of a data analysis training project. It includes information about manufacturing downtime events such as machines, operators, downtime duration, and causes of interruptions.</a:t>
            </a:r>
            <a:endParaRPr sz="1400" b="0" i="0" u="none" strike="noStrike" cap="none">
              <a:solidFill>
                <a:srgbClr val="000000"/>
              </a:solidFill>
              <a:latin typeface="Arial"/>
              <a:ea typeface="Arial"/>
              <a:cs typeface="Arial"/>
              <a:sym typeface="Arial"/>
            </a:endParaRPr>
          </a:p>
        </p:txBody>
      </p:sp>
      <p:pic>
        <p:nvPicPr>
          <p:cNvPr id="129" name="Google Shape;129;p4"/>
          <p:cNvPicPr preferRelativeResize="0"/>
          <p:nvPr/>
        </p:nvPicPr>
        <p:blipFill rotWithShape="1">
          <a:blip r:embed="rId4">
            <a:alphaModFix/>
          </a:blip>
          <a:srcRect l="20642" t="23333" r="18000" b="20898"/>
          <a:stretch/>
        </p:blipFill>
        <p:spPr>
          <a:xfrm>
            <a:off x="7938962" y="1885185"/>
            <a:ext cx="3397050" cy="30876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133"/>
        <p:cNvGrpSpPr/>
        <p:nvPr/>
      </p:nvGrpSpPr>
      <p:grpSpPr>
        <a:xfrm>
          <a:off x="0" y="0"/>
          <a:ext cx="0" cy="0"/>
          <a:chOff x="0" y="0"/>
          <a:chExt cx="0" cy="0"/>
        </a:xfrm>
      </p:grpSpPr>
      <p:pic>
        <p:nvPicPr>
          <p:cNvPr id="134" name="Google Shape;134;p5"/>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sp>
        <p:nvSpPr>
          <p:cNvPr id="135" name="Google Shape;135;p5"/>
          <p:cNvSpPr txBox="1"/>
          <p:nvPr/>
        </p:nvSpPr>
        <p:spPr>
          <a:xfrm>
            <a:off x="729180" y="0"/>
            <a:ext cx="5619773" cy="1003673"/>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a:solidFill>
                  <a:srgbClr val="9EDCEA"/>
                </a:solidFill>
                <a:latin typeface="Arial"/>
                <a:ea typeface="Arial"/>
                <a:cs typeface="Arial"/>
                <a:sym typeface="Arial"/>
              </a:rPr>
              <a:t>Questions</a:t>
            </a:r>
            <a:endParaRPr sz="1400" b="0" i="0" u="none" strike="noStrike" cap="none">
              <a:solidFill>
                <a:srgbClr val="000000"/>
              </a:solidFill>
              <a:latin typeface="Arial"/>
              <a:ea typeface="Arial"/>
              <a:cs typeface="Arial"/>
              <a:sym typeface="Arial"/>
            </a:endParaRPr>
          </a:p>
        </p:txBody>
      </p:sp>
      <p:sp>
        <p:nvSpPr>
          <p:cNvPr id="136" name="Google Shape;136;p5"/>
          <p:cNvSpPr txBox="1"/>
          <p:nvPr/>
        </p:nvSpPr>
        <p:spPr>
          <a:xfrm>
            <a:off x="729180" y="1776248"/>
            <a:ext cx="8719620" cy="3385542"/>
          </a:xfrm>
          <a:prstGeom prst="rect">
            <a:avLst/>
          </a:prstGeom>
          <a:noFill/>
          <a:ln>
            <a:noFill/>
          </a:ln>
        </p:spPr>
        <p:txBody>
          <a:bodyPr spcFirstLastPara="1" wrap="square" lIns="0" tIns="0" rIns="0" bIns="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What is the total downtime and its main drivers (machines, shifts, causes)? </a:t>
            </a:r>
            <a:endParaRPr sz="2400" b="0" i="0" u="none" strike="noStrike" cap="none" dirty="0">
              <a:solidFill>
                <a:srgbClr val="FFFFFF"/>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dirty="0">
              <a:solidFill>
                <a:srgbClr val="FFFFFF"/>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Who are the best and worst operators? </a:t>
            </a:r>
            <a:endParaRPr sz="2400" b="0" i="0" u="none" strike="noStrike" cap="none" dirty="0">
              <a:solidFill>
                <a:srgbClr val="FFFFFF"/>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FFFFFF"/>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Which products and batches cause the most losses? </a:t>
            </a:r>
            <a:endParaRPr sz="2400" b="0" i="0" u="none" strike="noStrike" cap="none" dirty="0">
              <a:solidFill>
                <a:srgbClr val="FFFFFF"/>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FFFFFF"/>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What is the gap between actual and ideal performance? </a:t>
            </a:r>
            <a:endParaRPr sz="2400" b="0" i="0" u="none" strike="noStrike" cap="none" dirty="0">
              <a:solidFill>
                <a:srgbClr val="FFFFFF"/>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140"/>
        <p:cNvGrpSpPr/>
        <p:nvPr/>
      </p:nvGrpSpPr>
      <p:grpSpPr>
        <a:xfrm>
          <a:off x="0" y="0"/>
          <a:ext cx="0" cy="0"/>
          <a:chOff x="0" y="0"/>
          <a:chExt cx="0" cy="0"/>
        </a:xfrm>
      </p:grpSpPr>
      <p:pic>
        <p:nvPicPr>
          <p:cNvPr id="141" name="Google Shape;141;p6"/>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sp>
        <p:nvSpPr>
          <p:cNvPr id="142" name="Google Shape;142;p6"/>
          <p:cNvSpPr txBox="1"/>
          <p:nvPr/>
        </p:nvSpPr>
        <p:spPr>
          <a:xfrm>
            <a:off x="729180" y="337739"/>
            <a:ext cx="5619773" cy="1401602"/>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dirty="0">
                <a:solidFill>
                  <a:srgbClr val="9EDCEA"/>
                </a:solidFill>
              </a:rPr>
              <a:t>Project Steps</a:t>
            </a:r>
            <a:endParaRPr sz="1400" b="0" i="0" u="none" strike="noStrike" cap="none" dirty="0">
              <a:solidFill>
                <a:srgbClr val="000000"/>
              </a:solidFill>
              <a:latin typeface="Arial"/>
              <a:ea typeface="Arial"/>
              <a:cs typeface="Arial"/>
              <a:sym typeface="Arial"/>
            </a:endParaRPr>
          </a:p>
        </p:txBody>
      </p:sp>
      <p:sp>
        <p:nvSpPr>
          <p:cNvPr id="143" name="Google Shape;143;p6"/>
          <p:cNvSpPr/>
          <p:nvPr/>
        </p:nvSpPr>
        <p:spPr>
          <a:xfrm>
            <a:off x="1643580" y="2307209"/>
            <a:ext cx="829733" cy="702733"/>
          </a:xfrm>
          <a:prstGeom prst="chevron">
            <a:avLst>
              <a:gd name="adj" fmla="val 50000"/>
            </a:avLst>
          </a:prstGeom>
          <a:solidFill>
            <a:srgbClr val="62C5DC"/>
          </a:solidFill>
          <a:ln w="12700" cap="flat" cmpd="sng">
            <a:solidFill>
              <a:srgbClr val="62C5D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4" name="Google Shape;144;p6"/>
          <p:cNvSpPr/>
          <p:nvPr/>
        </p:nvSpPr>
        <p:spPr>
          <a:xfrm>
            <a:off x="2206614" y="2307211"/>
            <a:ext cx="3136900" cy="702733"/>
          </a:xfrm>
          <a:prstGeom prst="chevron">
            <a:avLst>
              <a:gd name="adj" fmla="val 50000"/>
            </a:avLst>
          </a:prstGeom>
          <a:solidFill>
            <a:srgbClr val="22839A"/>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5" name="Google Shape;145;p6"/>
          <p:cNvSpPr/>
          <p:nvPr/>
        </p:nvSpPr>
        <p:spPr>
          <a:xfrm>
            <a:off x="1643580" y="3475610"/>
            <a:ext cx="829733" cy="702733"/>
          </a:xfrm>
          <a:prstGeom prst="chevron">
            <a:avLst>
              <a:gd name="adj" fmla="val 50000"/>
            </a:avLst>
          </a:prstGeom>
          <a:solidFill>
            <a:srgbClr val="22839A"/>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6" name="Google Shape;146;p6"/>
          <p:cNvSpPr/>
          <p:nvPr/>
        </p:nvSpPr>
        <p:spPr>
          <a:xfrm>
            <a:off x="2206614" y="3475611"/>
            <a:ext cx="3136900" cy="702733"/>
          </a:xfrm>
          <a:prstGeom prst="chevron">
            <a:avLst>
              <a:gd name="adj" fmla="val 50000"/>
            </a:avLst>
          </a:prstGeom>
          <a:solidFill>
            <a:srgbClr val="62C5D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7" name="Google Shape;147;p6"/>
          <p:cNvSpPr txBox="1"/>
          <p:nvPr/>
        </p:nvSpPr>
        <p:spPr>
          <a:xfrm>
            <a:off x="2687096" y="2369108"/>
            <a:ext cx="2175933" cy="48551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b="1" i="0" u="none" strike="noStrike" cap="none">
                <a:solidFill>
                  <a:srgbClr val="FFFFFF"/>
                </a:solidFill>
                <a:latin typeface="Arial"/>
                <a:ea typeface="Arial"/>
                <a:cs typeface="Arial"/>
                <a:sym typeface="Arial"/>
              </a:rPr>
              <a:t>Cleaning</a:t>
            </a:r>
            <a:endParaRPr sz="1400" b="0" i="0" u="none" strike="noStrike" cap="none">
              <a:solidFill>
                <a:srgbClr val="000000"/>
              </a:solidFill>
              <a:latin typeface="Arial"/>
              <a:ea typeface="Arial"/>
              <a:cs typeface="Arial"/>
              <a:sym typeface="Arial"/>
            </a:endParaRPr>
          </a:p>
        </p:txBody>
      </p:sp>
      <p:sp>
        <p:nvSpPr>
          <p:cNvPr id="148" name="Google Shape;148;p6"/>
          <p:cNvSpPr txBox="1"/>
          <p:nvPr/>
        </p:nvSpPr>
        <p:spPr>
          <a:xfrm>
            <a:off x="2687096" y="3517945"/>
            <a:ext cx="2175933" cy="48551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b="1" i="0" u="none" strike="noStrike" cap="none">
                <a:solidFill>
                  <a:srgbClr val="FFFFFF"/>
                </a:solidFill>
                <a:latin typeface="Arial"/>
                <a:ea typeface="Arial"/>
                <a:cs typeface="Arial"/>
                <a:sym typeface="Arial"/>
              </a:rPr>
              <a:t>Modeling</a:t>
            </a:r>
            <a:endParaRPr sz="1400" b="0" i="0" u="none" strike="noStrike" cap="none">
              <a:solidFill>
                <a:srgbClr val="000000"/>
              </a:solidFill>
              <a:latin typeface="Arial"/>
              <a:ea typeface="Arial"/>
              <a:cs typeface="Arial"/>
              <a:sym typeface="Arial"/>
            </a:endParaRPr>
          </a:p>
        </p:txBody>
      </p:sp>
      <p:sp>
        <p:nvSpPr>
          <p:cNvPr id="149" name="Google Shape;149;p6"/>
          <p:cNvSpPr txBox="1"/>
          <p:nvPr/>
        </p:nvSpPr>
        <p:spPr>
          <a:xfrm>
            <a:off x="1936735" y="2466013"/>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01</a:t>
            </a:r>
            <a:endParaRPr sz="1400" b="0" i="0" u="none" strike="noStrike" cap="none">
              <a:solidFill>
                <a:srgbClr val="000000"/>
              </a:solidFill>
              <a:latin typeface="Arial"/>
              <a:ea typeface="Arial"/>
              <a:cs typeface="Arial"/>
              <a:sym typeface="Arial"/>
            </a:endParaRPr>
          </a:p>
        </p:txBody>
      </p:sp>
      <p:sp>
        <p:nvSpPr>
          <p:cNvPr id="150" name="Google Shape;150;p6"/>
          <p:cNvSpPr/>
          <p:nvPr/>
        </p:nvSpPr>
        <p:spPr>
          <a:xfrm>
            <a:off x="1643580" y="4644009"/>
            <a:ext cx="829733" cy="702733"/>
          </a:xfrm>
          <a:prstGeom prst="chevron">
            <a:avLst>
              <a:gd name="adj" fmla="val 50000"/>
            </a:avLst>
          </a:prstGeom>
          <a:solidFill>
            <a:srgbClr val="62C5D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1" name="Google Shape;151;p6"/>
          <p:cNvSpPr/>
          <p:nvPr/>
        </p:nvSpPr>
        <p:spPr>
          <a:xfrm>
            <a:off x="2206614" y="4644010"/>
            <a:ext cx="3136900" cy="702733"/>
          </a:xfrm>
          <a:prstGeom prst="chevron">
            <a:avLst>
              <a:gd name="adj" fmla="val 50000"/>
            </a:avLst>
          </a:prstGeom>
          <a:solidFill>
            <a:srgbClr val="22839A"/>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2" name="Google Shape;152;p6"/>
          <p:cNvSpPr txBox="1"/>
          <p:nvPr/>
        </p:nvSpPr>
        <p:spPr>
          <a:xfrm>
            <a:off x="2687096" y="4686344"/>
            <a:ext cx="2175933" cy="48551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b="1" i="0" u="none" strike="noStrike" cap="none">
                <a:solidFill>
                  <a:srgbClr val="FFFFFF"/>
                </a:solidFill>
                <a:latin typeface="Arial"/>
                <a:ea typeface="Arial"/>
                <a:cs typeface="Arial"/>
                <a:sym typeface="Arial"/>
              </a:rPr>
              <a:t>Dax</a:t>
            </a:r>
            <a:endParaRPr sz="1400" b="0" i="0" u="none" strike="noStrike" cap="none">
              <a:solidFill>
                <a:srgbClr val="000000"/>
              </a:solidFill>
              <a:latin typeface="Arial"/>
              <a:ea typeface="Arial"/>
              <a:cs typeface="Arial"/>
              <a:sym typeface="Arial"/>
            </a:endParaRPr>
          </a:p>
        </p:txBody>
      </p:sp>
      <p:sp>
        <p:nvSpPr>
          <p:cNvPr id="153" name="Google Shape;153;p6"/>
          <p:cNvSpPr txBox="1"/>
          <p:nvPr/>
        </p:nvSpPr>
        <p:spPr>
          <a:xfrm>
            <a:off x="1940424" y="3656576"/>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02</a:t>
            </a:r>
            <a:endParaRPr sz="1400" b="0" i="0" u="none" strike="noStrike" cap="none">
              <a:solidFill>
                <a:srgbClr val="000000"/>
              </a:solidFill>
              <a:latin typeface="Arial"/>
              <a:ea typeface="Arial"/>
              <a:cs typeface="Arial"/>
              <a:sym typeface="Arial"/>
            </a:endParaRPr>
          </a:p>
        </p:txBody>
      </p:sp>
      <p:sp>
        <p:nvSpPr>
          <p:cNvPr id="154" name="Google Shape;154;p6"/>
          <p:cNvSpPr txBox="1"/>
          <p:nvPr/>
        </p:nvSpPr>
        <p:spPr>
          <a:xfrm>
            <a:off x="1936734" y="4792744"/>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03</a:t>
            </a:r>
            <a:endParaRPr sz="1400" b="0" i="0" u="none" strike="noStrike" cap="none">
              <a:solidFill>
                <a:srgbClr val="000000"/>
              </a:solidFill>
              <a:latin typeface="Arial"/>
              <a:ea typeface="Arial"/>
              <a:cs typeface="Arial"/>
              <a:sym typeface="Arial"/>
            </a:endParaRPr>
          </a:p>
        </p:txBody>
      </p:sp>
      <p:sp>
        <p:nvSpPr>
          <p:cNvPr id="155" name="Google Shape;155;p6"/>
          <p:cNvSpPr/>
          <p:nvPr/>
        </p:nvSpPr>
        <p:spPr>
          <a:xfrm>
            <a:off x="6700319" y="2307209"/>
            <a:ext cx="829733" cy="702733"/>
          </a:xfrm>
          <a:prstGeom prst="chevron">
            <a:avLst>
              <a:gd name="adj" fmla="val 50000"/>
            </a:avLst>
          </a:prstGeom>
          <a:solidFill>
            <a:srgbClr val="62C5D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6" name="Google Shape;156;p6"/>
          <p:cNvSpPr/>
          <p:nvPr/>
        </p:nvSpPr>
        <p:spPr>
          <a:xfrm>
            <a:off x="7263353" y="2307210"/>
            <a:ext cx="3136900" cy="702733"/>
          </a:xfrm>
          <a:prstGeom prst="chevron">
            <a:avLst>
              <a:gd name="adj" fmla="val 50000"/>
            </a:avLst>
          </a:prstGeom>
          <a:solidFill>
            <a:srgbClr val="22839A"/>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7" name="Google Shape;157;p6"/>
          <p:cNvSpPr/>
          <p:nvPr/>
        </p:nvSpPr>
        <p:spPr>
          <a:xfrm>
            <a:off x="6700319" y="3475609"/>
            <a:ext cx="829733" cy="702733"/>
          </a:xfrm>
          <a:prstGeom prst="chevron">
            <a:avLst>
              <a:gd name="adj" fmla="val 50000"/>
            </a:avLst>
          </a:prstGeom>
          <a:solidFill>
            <a:srgbClr val="22839A"/>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8" name="Google Shape;158;p6"/>
          <p:cNvSpPr/>
          <p:nvPr/>
        </p:nvSpPr>
        <p:spPr>
          <a:xfrm>
            <a:off x="7263353" y="3475610"/>
            <a:ext cx="3136900" cy="702733"/>
          </a:xfrm>
          <a:prstGeom prst="chevron">
            <a:avLst>
              <a:gd name="adj" fmla="val 50000"/>
            </a:avLst>
          </a:prstGeom>
          <a:solidFill>
            <a:srgbClr val="62C5D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9" name="Google Shape;159;p6"/>
          <p:cNvSpPr txBox="1"/>
          <p:nvPr/>
        </p:nvSpPr>
        <p:spPr>
          <a:xfrm>
            <a:off x="7743835" y="2369107"/>
            <a:ext cx="2435236" cy="48551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b="1" i="0" u="none" strike="noStrike" cap="none">
                <a:solidFill>
                  <a:srgbClr val="FFFFFF"/>
                </a:solidFill>
                <a:latin typeface="Arial"/>
                <a:ea typeface="Arial"/>
                <a:cs typeface="Arial"/>
                <a:sym typeface="Arial"/>
              </a:rPr>
              <a:t>Sample Visuals</a:t>
            </a:r>
            <a:endParaRPr sz="1400" b="0" i="0" u="none" strike="noStrike" cap="none">
              <a:solidFill>
                <a:srgbClr val="000000"/>
              </a:solidFill>
              <a:latin typeface="Arial"/>
              <a:ea typeface="Arial"/>
              <a:cs typeface="Arial"/>
              <a:sym typeface="Arial"/>
            </a:endParaRPr>
          </a:p>
        </p:txBody>
      </p:sp>
      <p:sp>
        <p:nvSpPr>
          <p:cNvPr id="160" name="Google Shape;160;p6"/>
          <p:cNvSpPr txBox="1"/>
          <p:nvPr/>
        </p:nvSpPr>
        <p:spPr>
          <a:xfrm>
            <a:off x="7743835" y="3517944"/>
            <a:ext cx="2175933"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b="1" dirty="0">
                <a:solidFill>
                  <a:srgbClr val="FFFFFF"/>
                </a:solidFill>
              </a:rPr>
              <a:t>Dashboard</a:t>
            </a:r>
            <a:endParaRPr sz="1400" b="0" i="0" u="none" strike="noStrike" cap="none" dirty="0">
              <a:solidFill>
                <a:srgbClr val="000000"/>
              </a:solidFill>
              <a:latin typeface="Arial"/>
              <a:ea typeface="Arial"/>
              <a:cs typeface="Arial"/>
              <a:sym typeface="Arial"/>
            </a:endParaRPr>
          </a:p>
        </p:txBody>
      </p:sp>
      <p:sp>
        <p:nvSpPr>
          <p:cNvPr id="161" name="Google Shape;161;p6"/>
          <p:cNvSpPr txBox="1"/>
          <p:nvPr/>
        </p:nvSpPr>
        <p:spPr>
          <a:xfrm>
            <a:off x="6993473" y="2466013"/>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04</a:t>
            </a:r>
            <a:endParaRPr sz="1400" b="0" i="0" u="none" strike="noStrike" cap="none">
              <a:solidFill>
                <a:srgbClr val="000000"/>
              </a:solidFill>
              <a:latin typeface="Arial"/>
              <a:ea typeface="Arial"/>
              <a:cs typeface="Arial"/>
              <a:sym typeface="Arial"/>
            </a:endParaRPr>
          </a:p>
        </p:txBody>
      </p:sp>
      <p:sp>
        <p:nvSpPr>
          <p:cNvPr id="162" name="Google Shape;162;p6"/>
          <p:cNvSpPr/>
          <p:nvPr/>
        </p:nvSpPr>
        <p:spPr>
          <a:xfrm>
            <a:off x="6700319" y="4644008"/>
            <a:ext cx="829733" cy="702733"/>
          </a:xfrm>
          <a:prstGeom prst="chevron">
            <a:avLst>
              <a:gd name="adj" fmla="val 50000"/>
            </a:avLst>
          </a:prstGeom>
          <a:solidFill>
            <a:srgbClr val="62C5D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3" name="Google Shape;163;p6"/>
          <p:cNvSpPr/>
          <p:nvPr/>
        </p:nvSpPr>
        <p:spPr>
          <a:xfrm>
            <a:off x="7263353" y="4644009"/>
            <a:ext cx="3136900" cy="702733"/>
          </a:xfrm>
          <a:prstGeom prst="chevron">
            <a:avLst>
              <a:gd name="adj" fmla="val 50000"/>
            </a:avLst>
          </a:prstGeom>
          <a:solidFill>
            <a:srgbClr val="22839A"/>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4" name="Google Shape;164;p6"/>
          <p:cNvSpPr txBox="1"/>
          <p:nvPr/>
        </p:nvSpPr>
        <p:spPr>
          <a:xfrm>
            <a:off x="7743835" y="4686343"/>
            <a:ext cx="2175933"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b="1" dirty="0">
                <a:solidFill>
                  <a:srgbClr val="FFFFFF"/>
                </a:solidFill>
              </a:rPr>
              <a:t>Reports</a:t>
            </a:r>
            <a:endParaRPr sz="1400" b="0" i="0" u="none" strike="noStrike" cap="none" dirty="0">
              <a:solidFill>
                <a:srgbClr val="000000"/>
              </a:solidFill>
              <a:latin typeface="Arial"/>
              <a:ea typeface="Arial"/>
              <a:cs typeface="Arial"/>
              <a:sym typeface="Arial"/>
            </a:endParaRPr>
          </a:p>
        </p:txBody>
      </p:sp>
      <p:sp>
        <p:nvSpPr>
          <p:cNvPr id="165" name="Google Shape;165;p6"/>
          <p:cNvSpPr txBox="1"/>
          <p:nvPr/>
        </p:nvSpPr>
        <p:spPr>
          <a:xfrm>
            <a:off x="6997163" y="3656575"/>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05</a:t>
            </a:r>
            <a:endParaRPr sz="1400" b="0" i="0" u="none" strike="noStrike" cap="none">
              <a:solidFill>
                <a:srgbClr val="000000"/>
              </a:solidFill>
              <a:latin typeface="Arial"/>
              <a:ea typeface="Arial"/>
              <a:cs typeface="Arial"/>
              <a:sym typeface="Arial"/>
            </a:endParaRPr>
          </a:p>
        </p:txBody>
      </p:sp>
      <p:sp>
        <p:nvSpPr>
          <p:cNvPr id="166" name="Google Shape;166;p6"/>
          <p:cNvSpPr txBox="1"/>
          <p:nvPr/>
        </p:nvSpPr>
        <p:spPr>
          <a:xfrm>
            <a:off x="6993473" y="4792743"/>
            <a:ext cx="64346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06</a:t>
            </a:r>
            <a:endParaRPr sz="1400" b="0" i="0" u="none" strike="noStrike" cap="none">
              <a:solidFill>
                <a:srgbClr val="000000"/>
              </a:solidFill>
              <a:latin typeface="Arial"/>
              <a:ea typeface="Arial"/>
              <a:cs typeface="Arial"/>
              <a:sym typeface="Arial"/>
            </a:endParaRPr>
          </a:p>
        </p:txBody>
      </p:sp>
      <p:cxnSp>
        <p:nvCxnSpPr>
          <p:cNvPr id="167" name="Google Shape;167;p6"/>
          <p:cNvCxnSpPr/>
          <p:nvPr/>
        </p:nvCxnSpPr>
        <p:spPr>
          <a:xfrm>
            <a:off x="3443817" y="3080298"/>
            <a:ext cx="0" cy="322034"/>
          </a:xfrm>
          <a:prstGeom prst="straightConnector1">
            <a:avLst/>
          </a:prstGeom>
          <a:noFill/>
          <a:ln w="9525" cap="flat" cmpd="sng">
            <a:solidFill>
              <a:srgbClr val="9EDCEA"/>
            </a:solidFill>
            <a:prstDash val="solid"/>
            <a:miter lim="800000"/>
            <a:headEnd type="none" w="sm" len="sm"/>
            <a:tailEnd type="triangle" w="med" len="med"/>
          </a:ln>
        </p:spPr>
      </p:cxnSp>
      <p:cxnSp>
        <p:nvCxnSpPr>
          <p:cNvPr id="168" name="Google Shape;168;p6"/>
          <p:cNvCxnSpPr/>
          <p:nvPr/>
        </p:nvCxnSpPr>
        <p:spPr>
          <a:xfrm>
            <a:off x="3443817" y="4240232"/>
            <a:ext cx="0" cy="322034"/>
          </a:xfrm>
          <a:prstGeom prst="straightConnector1">
            <a:avLst/>
          </a:prstGeom>
          <a:noFill/>
          <a:ln w="9525" cap="flat" cmpd="sng">
            <a:solidFill>
              <a:srgbClr val="9EDCEA"/>
            </a:solidFill>
            <a:prstDash val="solid"/>
            <a:miter lim="800000"/>
            <a:headEnd type="none" w="sm" len="sm"/>
            <a:tailEnd type="triangle" w="med" len="med"/>
          </a:ln>
        </p:spPr>
      </p:cxnSp>
      <p:cxnSp>
        <p:nvCxnSpPr>
          <p:cNvPr id="169" name="Google Shape;169;p6"/>
          <p:cNvCxnSpPr/>
          <p:nvPr/>
        </p:nvCxnSpPr>
        <p:spPr>
          <a:xfrm>
            <a:off x="8585222" y="3080298"/>
            <a:ext cx="0" cy="322034"/>
          </a:xfrm>
          <a:prstGeom prst="straightConnector1">
            <a:avLst/>
          </a:prstGeom>
          <a:noFill/>
          <a:ln w="9525" cap="flat" cmpd="sng">
            <a:solidFill>
              <a:srgbClr val="9EDCEA"/>
            </a:solidFill>
            <a:prstDash val="solid"/>
            <a:miter lim="800000"/>
            <a:headEnd type="none" w="sm" len="sm"/>
            <a:tailEnd type="triangle" w="med" len="med"/>
          </a:ln>
        </p:spPr>
      </p:cxnSp>
      <p:cxnSp>
        <p:nvCxnSpPr>
          <p:cNvPr id="170" name="Google Shape;170;p6"/>
          <p:cNvCxnSpPr/>
          <p:nvPr/>
        </p:nvCxnSpPr>
        <p:spPr>
          <a:xfrm>
            <a:off x="8585222" y="4240232"/>
            <a:ext cx="0" cy="322034"/>
          </a:xfrm>
          <a:prstGeom prst="straightConnector1">
            <a:avLst/>
          </a:prstGeom>
          <a:noFill/>
          <a:ln w="9525" cap="flat" cmpd="sng">
            <a:solidFill>
              <a:srgbClr val="9EDCEA"/>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174"/>
        <p:cNvGrpSpPr/>
        <p:nvPr/>
      </p:nvGrpSpPr>
      <p:grpSpPr>
        <a:xfrm>
          <a:off x="0" y="0"/>
          <a:ext cx="0" cy="0"/>
          <a:chOff x="0" y="0"/>
          <a:chExt cx="0" cy="0"/>
        </a:xfrm>
      </p:grpSpPr>
      <p:pic>
        <p:nvPicPr>
          <p:cNvPr id="175" name="Google Shape;175;p7"/>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pic>
        <p:nvPicPr>
          <p:cNvPr id="176" name="Google Shape;176;p7"/>
          <p:cNvPicPr preferRelativeResize="0"/>
          <p:nvPr/>
        </p:nvPicPr>
        <p:blipFill rotWithShape="1">
          <a:blip r:embed="rId4">
            <a:alphaModFix/>
          </a:blip>
          <a:srcRect/>
          <a:stretch/>
        </p:blipFill>
        <p:spPr>
          <a:xfrm>
            <a:off x="4809066" y="2576419"/>
            <a:ext cx="7011275" cy="3943842"/>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177" name="Google Shape;177;p7"/>
          <p:cNvSpPr txBox="1"/>
          <p:nvPr/>
        </p:nvSpPr>
        <p:spPr>
          <a:xfrm>
            <a:off x="476227" y="-31659"/>
            <a:ext cx="5619773" cy="1003673"/>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a:solidFill>
                  <a:srgbClr val="9EDCEA"/>
                </a:solidFill>
                <a:latin typeface="Arial"/>
                <a:ea typeface="Arial"/>
                <a:cs typeface="Arial"/>
                <a:sym typeface="Arial"/>
              </a:rPr>
              <a:t>Cleaning</a:t>
            </a:r>
            <a:endParaRPr sz="1400" b="0" i="0" u="none" strike="noStrike" cap="none">
              <a:solidFill>
                <a:srgbClr val="000000"/>
              </a:solidFill>
              <a:latin typeface="Arial"/>
              <a:ea typeface="Arial"/>
              <a:cs typeface="Arial"/>
              <a:sym typeface="Arial"/>
            </a:endParaRPr>
          </a:p>
        </p:txBody>
      </p:sp>
      <p:pic>
        <p:nvPicPr>
          <p:cNvPr id="178" name="Google Shape;178;p7"/>
          <p:cNvPicPr preferRelativeResize="0"/>
          <p:nvPr/>
        </p:nvPicPr>
        <p:blipFill rotWithShape="1">
          <a:blip r:embed="rId5">
            <a:alphaModFix/>
          </a:blip>
          <a:srcRect/>
          <a:stretch/>
        </p:blipFill>
        <p:spPr>
          <a:xfrm>
            <a:off x="259998" y="1468752"/>
            <a:ext cx="6476081" cy="3642796"/>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grpSp>
        <p:nvGrpSpPr>
          <p:cNvPr id="179" name="Google Shape;179;p7"/>
          <p:cNvGrpSpPr/>
          <p:nvPr/>
        </p:nvGrpSpPr>
        <p:grpSpPr>
          <a:xfrm>
            <a:off x="1086547" y="5293326"/>
            <a:ext cx="1676974" cy="568994"/>
            <a:chOff x="0" y="-38100"/>
            <a:chExt cx="1102573" cy="226003"/>
          </a:xfrm>
        </p:grpSpPr>
        <p:sp>
          <p:nvSpPr>
            <p:cNvPr id="180" name="Google Shape;180;p7"/>
            <p:cNvSpPr/>
            <p:nvPr/>
          </p:nvSpPr>
          <p:spPr>
            <a:xfrm>
              <a:off x="0" y="0"/>
              <a:ext cx="1102573" cy="187903"/>
            </a:xfrm>
            <a:custGeom>
              <a:avLst/>
              <a:gdLst/>
              <a:ahLst/>
              <a:cxnLst/>
              <a:rect l="l" t="t" r="r" b="b"/>
              <a:pathLst>
                <a:path w="1102573" h="187903" extrusionOk="0">
                  <a:moveTo>
                    <a:pt x="0" y="0"/>
                  </a:moveTo>
                  <a:lnTo>
                    <a:pt x="1102573" y="0"/>
                  </a:lnTo>
                  <a:lnTo>
                    <a:pt x="1102573" y="187903"/>
                  </a:lnTo>
                  <a:lnTo>
                    <a:pt x="0" y="187903"/>
                  </a:lnTo>
                  <a:close/>
                </a:path>
              </a:pathLst>
            </a:custGeom>
            <a:solidFill>
              <a:srgbClr val="22839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1" name="Google Shape;181;p7"/>
            <p:cNvSpPr txBox="1"/>
            <p:nvPr/>
          </p:nvSpPr>
          <p:spPr>
            <a:xfrm>
              <a:off x="0" y="-38100"/>
              <a:ext cx="1102573" cy="226003"/>
            </a:xfrm>
            <a:prstGeom prst="rect">
              <a:avLst/>
            </a:prstGeom>
            <a:solidFill>
              <a:srgbClr val="22839A"/>
            </a:solid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82" name="Google Shape;182;p7"/>
          <p:cNvSpPr txBox="1"/>
          <p:nvPr/>
        </p:nvSpPr>
        <p:spPr>
          <a:xfrm>
            <a:off x="1374599" y="5357717"/>
            <a:ext cx="2319866" cy="368178"/>
          </a:xfrm>
          <a:prstGeom prst="rect">
            <a:avLst/>
          </a:prstGeom>
          <a:noFill/>
          <a:ln>
            <a:noFill/>
          </a:ln>
        </p:spPr>
        <p:txBody>
          <a:bodyPr spcFirstLastPara="1" wrap="square" lIns="0" tIns="0" rIns="0" bIns="0" anchor="t" anchorCtr="0">
            <a:spAutoFit/>
          </a:bodyPr>
          <a:lstStyle/>
          <a:p>
            <a:pPr marL="0" marR="0" lvl="0" indent="0" algn="l" rtl="0">
              <a:lnSpc>
                <a:spcPct val="131083"/>
              </a:lnSpc>
              <a:spcBef>
                <a:spcPts val="0"/>
              </a:spcBef>
              <a:spcAft>
                <a:spcPts val="0"/>
              </a:spcAft>
              <a:buClr>
                <a:srgbClr val="000000"/>
              </a:buClr>
              <a:buSzPts val="2400"/>
              <a:buFont typeface="Arial"/>
              <a:buNone/>
            </a:pPr>
            <a:r>
              <a:rPr lang="en-US" sz="2400" b="1" i="0" u="none" strike="noStrike" cap="none" dirty="0">
                <a:solidFill>
                  <a:schemeClr val="lt1"/>
                </a:solidFill>
                <a:latin typeface="Arial"/>
                <a:ea typeface="Arial"/>
                <a:cs typeface="Arial"/>
                <a:sym typeface="Arial"/>
              </a:rPr>
              <a:t>Before</a:t>
            </a:r>
            <a:endParaRPr sz="1400" b="0" i="0" u="none" strike="noStrike" cap="none" dirty="0">
              <a:solidFill>
                <a:srgbClr val="000000"/>
              </a:solidFill>
              <a:latin typeface="Arial"/>
              <a:ea typeface="Arial"/>
              <a:cs typeface="Arial"/>
              <a:sym typeface="Arial"/>
            </a:endParaRPr>
          </a:p>
        </p:txBody>
      </p:sp>
      <p:grpSp>
        <p:nvGrpSpPr>
          <p:cNvPr id="183" name="Google Shape;183;p7"/>
          <p:cNvGrpSpPr/>
          <p:nvPr/>
        </p:nvGrpSpPr>
        <p:grpSpPr>
          <a:xfrm>
            <a:off x="9288810" y="1710190"/>
            <a:ext cx="1676974" cy="568994"/>
            <a:chOff x="0" y="-38100"/>
            <a:chExt cx="1102573" cy="226003"/>
          </a:xfrm>
        </p:grpSpPr>
        <p:sp>
          <p:nvSpPr>
            <p:cNvPr id="184" name="Google Shape;184;p7"/>
            <p:cNvSpPr/>
            <p:nvPr/>
          </p:nvSpPr>
          <p:spPr>
            <a:xfrm>
              <a:off x="0" y="0"/>
              <a:ext cx="1102573" cy="187903"/>
            </a:xfrm>
            <a:custGeom>
              <a:avLst/>
              <a:gdLst/>
              <a:ahLst/>
              <a:cxnLst/>
              <a:rect l="l" t="t" r="r" b="b"/>
              <a:pathLst>
                <a:path w="1102573" h="187903" extrusionOk="0">
                  <a:moveTo>
                    <a:pt x="0" y="0"/>
                  </a:moveTo>
                  <a:lnTo>
                    <a:pt x="1102573" y="0"/>
                  </a:lnTo>
                  <a:lnTo>
                    <a:pt x="1102573" y="187903"/>
                  </a:lnTo>
                  <a:lnTo>
                    <a:pt x="0" y="187903"/>
                  </a:lnTo>
                  <a:close/>
                </a:path>
              </a:pathLst>
            </a:custGeom>
            <a:solidFill>
              <a:srgbClr val="22839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5" name="Google Shape;185;p7"/>
            <p:cNvSpPr txBox="1"/>
            <p:nvPr/>
          </p:nvSpPr>
          <p:spPr>
            <a:xfrm>
              <a:off x="0" y="-38100"/>
              <a:ext cx="1102573" cy="226003"/>
            </a:xfrm>
            <a:prstGeom prst="rect">
              <a:avLst/>
            </a:prstGeom>
            <a:solidFill>
              <a:srgbClr val="22839A"/>
            </a:solid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86" name="Google Shape;186;p7"/>
          <p:cNvSpPr txBox="1"/>
          <p:nvPr/>
        </p:nvSpPr>
        <p:spPr>
          <a:xfrm>
            <a:off x="9714411" y="1764072"/>
            <a:ext cx="2319866" cy="368178"/>
          </a:xfrm>
          <a:prstGeom prst="rect">
            <a:avLst/>
          </a:prstGeom>
          <a:noFill/>
          <a:ln>
            <a:noFill/>
          </a:ln>
        </p:spPr>
        <p:txBody>
          <a:bodyPr spcFirstLastPara="1" wrap="square" lIns="0" tIns="0" rIns="0" bIns="0" anchor="t" anchorCtr="0">
            <a:spAutoFit/>
          </a:bodyPr>
          <a:lstStyle/>
          <a:p>
            <a:pPr marL="0" marR="0" lvl="0" indent="0" algn="l" rtl="0">
              <a:lnSpc>
                <a:spcPct val="131083"/>
              </a:lnSpc>
              <a:spcBef>
                <a:spcPts val="0"/>
              </a:spcBef>
              <a:spcAft>
                <a:spcPts val="0"/>
              </a:spcAft>
              <a:buClr>
                <a:srgbClr val="000000"/>
              </a:buClr>
              <a:buSzPts val="2400"/>
              <a:buFont typeface="Arial"/>
              <a:buNone/>
            </a:pPr>
            <a:r>
              <a:rPr lang="en-US" sz="2400" b="1" i="0" u="none" strike="noStrike" cap="none" dirty="0">
                <a:solidFill>
                  <a:schemeClr val="lt1"/>
                </a:solidFill>
                <a:latin typeface="Arial"/>
                <a:ea typeface="Arial"/>
                <a:cs typeface="Arial"/>
                <a:sym typeface="Arial"/>
              </a:rPr>
              <a:t>After</a:t>
            </a:r>
            <a:endParaRPr sz="1400" b="0" i="0" u="none" strike="noStrike" cap="none" dirty="0">
              <a:solidFill>
                <a:srgbClr val="000000"/>
              </a:solidFill>
              <a:latin typeface="Arial"/>
              <a:ea typeface="Arial"/>
              <a:cs typeface="Arial"/>
              <a:sym typeface="Arial"/>
            </a:endParaRPr>
          </a:p>
        </p:txBody>
      </p:sp>
      <p:sp>
        <p:nvSpPr>
          <p:cNvPr id="187" name="Google Shape;187;p7"/>
          <p:cNvSpPr/>
          <p:nvPr/>
        </p:nvSpPr>
        <p:spPr>
          <a:xfrm rot="5400000">
            <a:off x="3831422" y="5522466"/>
            <a:ext cx="568996" cy="302559"/>
          </a:xfrm>
          <a:prstGeom prst="bentUpArrow">
            <a:avLst>
              <a:gd name="adj1" fmla="val 25000"/>
              <a:gd name="adj2" fmla="val 25000"/>
              <a:gd name="adj3" fmla="val 25000"/>
            </a:avLst>
          </a:prstGeom>
          <a:solidFill>
            <a:srgbClr val="9EDCEA"/>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8" name="Google Shape;188;p7"/>
          <p:cNvSpPr/>
          <p:nvPr/>
        </p:nvSpPr>
        <p:spPr>
          <a:xfrm>
            <a:off x="10505440" y="4236720"/>
            <a:ext cx="1158240" cy="1721524"/>
          </a:xfrm>
          <a:prstGeom prst="rect">
            <a:avLst/>
          </a:prstGeom>
          <a:noFill/>
          <a:ln w="38100" cap="flat" cmpd="sng">
            <a:solidFill>
              <a:srgbClr val="62C5D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9" name="Google Shape;189;p7"/>
          <p:cNvSpPr/>
          <p:nvPr/>
        </p:nvSpPr>
        <p:spPr>
          <a:xfrm>
            <a:off x="5476240" y="2826816"/>
            <a:ext cx="1158240" cy="1806144"/>
          </a:xfrm>
          <a:prstGeom prst="rect">
            <a:avLst/>
          </a:prstGeom>
          <a:noFill/>
          <a:ln w="38100" cap="flat" cmpd="sng">
            <a:solidFill>
              <a:srgbClr val="62C5D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 calcmode="lin" valueType="num">
                                      <p:cBhvr additive="base">
                                        <p:cTn id="7" dur="500" fill="hold"/>
                                        <p:tgtEl>
                                          <p:spTgt spid="176"/>
                                        </p:tgtEl>
                                        <p:attrNameLst>
                                          <p:attrName>ppt_x</p:attrName>
                                        </p:attrNameLst>
                                      </p:cBhvr>
                                      <p:tavLst>
                                        <p:tav tm="0">
                                          <p:val>
                                            <p:strVal val="#ppt_x"/>
                                          </p:val>
                                        </p:tav>
                                        <p:tav tm="100000">
                                          <p:val>
                                            <p:strVal val="#ppt_x"/>
                                          </p:val>
                                        </p:tav>
                                      </p:tavLst>
                                    </p:anim>
                                    <p:anim calcmode="lin" valueType="num">
                                      <p:cBhvr additive="base">
                                        <p:cTn id="8" dur="500" fill="hold"/>
                                        <p:tgtEl>
                                          <p:spTgt spid="17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6"/>
                                        </p:tgtEl>
                                        <p:attrNameLst>
                                          <p:attrName>style.visibility</p:attrName>
                                        </p:attrNameLst>
                                      </p:cBhvr>
                                      <p:to>
                                        <p:strVal val="visible"/>
                                      </p:to>
                                    </p:set>
                                    <p:anim calcmode="lin" valueType="num">
                                      <p:cBhvr additive="base">
                                        <p:cTn id="11" dur="500" fill="hold"/>
                                        <p:tgtEl>
                                          <p:spTgt spid="186"/>
                                        </p:tgtEl>
                                        <p:attrNameLst>
                                          <p:attrName>ppt_x</p:attrName>
                                        </p:attrNameLst>
                                      </p:cBhvr>
                                      <p:tavLst>
                                        <p:tav tm="0">
                                          <p:val>
                                            <p:strVal val="#ppt_x"/>
                                          </p:val>
                                        </p:tav>
                                        <p:tav tm="100000">
                                          <p:val>
                                            <p:strVal val="#ppt_x"/>
                                          </p:val>
                                        </p:tav>
                                      </p:tavLst>
                                    </p:anim>
                                    <p:anim calcmode="lin" valueType="num">
                                      <p:cBhvr additive="base">
                                        <p:cTn id="12" dur="500" fill="hold"/>
                                        <p:tgtEl>
                                          <p:spTgt spid="18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3"/>
                                        </p:tgtEl>
                                        <p:attrNameLst>
                                          <p:attrName>style.visibility</p:attrName>
                                        </p:attrNameLst>
                                      </p:cBhvr>
                                      <p:to>
                                        <p:strVal val="visible"/>
                                      </p:to>
                                    </p:set>
                                    <p:anim calcmode="lin" valueType="num">
                                      <p:cBhvr additive="base">
                                        <p:cTn id="15" dur="500" fill="hold"/>
                                        <p:tgtEl>
                                          <p:spTgt spid="183"/>
                                        </p:tgtEl>
                                        <p:attrNameLst>
                                          <p:attrName>ppt_x</p:attrName>
                                        </p:attrNameLst>
                                      </p:cBhvr>
                                      <p:tavLst>
                                        <p:tav tm="0">
                                          <p:val>
                                            <p:strVal val="#ppt_x"/>
                                          </p:val>
                                        </p:tav>
                                        <p:tav tm="100000">
                                          <p:val>
                                            <p:strVal val="#ppt_x"/>
                                          </p:val>
                                        </p:tav>
                                      </p:tavLst>
                                    </p:anim>
                                    <p:anim calcmode="lin" valueType="num">
                                      <p:cBhvr additive="base">
                                        <p:cTn id="16" dur="500" fill="hold"/>
                                        <p:tgtEl>
                                          <p:spTgt spid="18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8"/>
                                        </p:tgtEl>
                                        <p:attrNameLst>
                                          <p:attrName>style.visibility</p:attrName>
                                        </p:attrNameLst>
                                      </p:cBhvr>
                                      <p:to>
                                        <p:strVal val="visible"/>
                                      </p:to>
                                    </p:set>
                                    <p:anim calcmode="lin" valueType="num">
                                      <p:cBhvr additive="base">
                                        <p:cTn id="19" dur="500" fill="hold"/>
                                        <p:tgtEl>
                                          <p:spTgt spid="188"/>
                                        </p:tgtEl>
                                        <p:attrNameLst>
                                          <p:attrName>ppt_x</p:attrName>
                                        </p:attrNameLst>
                                      </p:cBhvr>
                                      <p:tavLst>
                                        <p:tav tm="0">
                                          <p:val>
                                            <p:strVal val="#ppt_x"/>
                                          </p:val>
                                        </p:tav>
                                        <p:tav tm="100000">
                                          <p:val>
                                            <p:strVal val="#ppt_x"/>
                                          </p:val>
                                        </p:tav>
                                      </p:tavLst>
                                    </p:anim>
                                    <p:anim calcmode="lin" valueType="num">
                                      <p:cBhvr additive="base">
                                        <p:cTn id="20" dur="500" fill="hold"/>
                                        <p:tgtEl>
                                          <p:spTgt spid="1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p:bldP spid="18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193"/>
        <p:cNvGrpSpPr/>
        <p:nvPr/>
      </p:nvGrpSpPr>
      <p:grpSpPr>
        <a:xfrm>
          <a:off x="0" y="0"/>
          <a:ext cx="0" cy="0"/>
          <a:chOff x="0" y="0"/>
          <a:chExt cx="0" cy="0"/>
        </a:xfrm>
      </p:grpSpPr>
      <p:pic>
        <p:nvPicPr>
          <p:cNvPr id="194" name="Google Shape;194;p8"/>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sp>
        <p:nvSpPr>
          <p:cNvPr id="195" name="Google Shape;195;p8"/>
          <p:cNvSpPr txBox="1"/>
          <p:nvPr/>
        </p:nvSpPr>
        <p:spPr>
          <a:xfrm>
            <a:off x="476227" y="-210200"/>
            <a:ext cx="5619773" cy="1003673"/>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dirty="0">
                <a:solidFill>
                  <a:srgbClr val="9EDCEA"/>
                </a:solidFill>
                <a:latin typeface="Arial"/>
                <a:ea typeface="Arial"/>
                <a:cs typeface="Arial"/>
                <a:sym typeface="Arial"/>
              </a:rPr>
              <a:t>Modeling</a:t>
            </a:r>
            <a:endParaRPr sz="1400" b="0" i="0" u="none" strike="noStrike" cap="none" dirty="0">
              <a:solidFill>
                <a:srgbClr val="000000"/>
              </a:solidFill>
              <a:latin typeface="Arial"/>
              <a:ea typeface="Arial"/>
              <a:cs typeface="Arial"/>
              <a:sym typeface="Arial"/>
            </a:endParaRPr>
          </a:p>
        </p:txBody>
      </p:sp>
      <p:pic>
        <p:nvPicPr>
          <p:cNvPr id="196" name="Google Shape;196;p8"/>
          <p:cNvPicPr preferRelativeResize="0"/>
          <p:nvPr/>
        </p:nvPicPr>
        <p:blipFill rotWithShape="1">
          <a:blip r:embed="rId4">
            <a:alphaModFix/>
          </a:blip>
          <a:srcRect/>
          <a:stretch/>
        </p:blipFill>
        <p:spPr>
          <a:xfrm>
            <a:off x="1155032" y="1068404"/>
            <a:ext cx="9881936" cy="555858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00"/>
        <p:cNvGrpSpPr/>
        <p:nvPr/>
      </p:nvGrpSpPr>
      <p:grpSpPr>
        <a:xfrm>
          <a:off x="0" y="0"/>
          <a:ext cx="0" cy="0"/>
          <a:chOff x="0" y="0"/>
          <a:chExt cx="0" cy="0"/>
        </a:xfrm>
      </p:grpSpPr>
      <p:pic>
        <p:nvPicPr>
          <p:cNvPr id="201" name="Google Shape;201;p9"/>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sp>
        <p:nvSpPr>
          <p:cNvPr id="202" name="Google Shape;202;p9"/>
          <p:cNvSpPr txBox="1"/>
          <p:nvPr/>
        </p:nvSpPr>
        <p:spPr>
          <a:xfrm>
            <a:off x="476227" y="-283906"/>
            <a:ext cx="5619773" cy="1003673"/>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dirty="0">
                <a:solidFill>
                  <a:srgbClr val="9EDCEA"/>
                </a:solidFill>
                <a:latin typeface="Arial"/>
                <a:ea typeface="Arial"/>
                <a:cs typeface="Arial"/>
                <a:sym typeface="Arial"/>
              </a:rPr>
              <a:t>Dax</a:t>
            </a:r>
            <a:endParaRPr sz="1400" b="0" i="0" u="none" strike="noStrike" cap="none" dirty="0">
              <a:solidFill>
                <a:srgbClr val="000000"/>
              </a:solidFill>
              <a:latin typeface="Arial"/>
              <a:ea typeface="Arial"/>
              <a:cs typeface="Arial"/>
              <a:sym typeface="Arial"/>
            </a:endParaRPr>
          </a:p>
        </p:txBody>
      </p:sp>
      <p:pic>
        <p:nvPicPr>
          <p:cNvPr id="203" name="Google Shape;203;p9"/>
          <p:cNvPicPr preferRelativeResize="0"/>
          <p:nvPr/>
        </p:nvPicPr>
        <p:blipFill rotWithShape="1">
          <a:blip r:embed="rId4">
            <a:alphaModFix/>
          </a:blip>
          <a:srcRect/>
          <a:stretch/>
        </p:blipFill>
        <p:spPr>
          <a:xfrm>
            <a:off x="7781650" y="1454957"/>
            <a:ext cx="3943900" cy="4467849"/>
          </a:xfrm>
          <a:prstGeom prst="rect">
            <a:avLst/>
          </a:prstGeom>
          <a:noFill/>
          <a:ln>
            <a:noFill/>
          </a:ln>
        </p:spPr>
      </p:pic>
      <p:pic>
        <p:nvPicPr>
          <p:cNvPr id="204" name="Google Shape;204;p9"/>
          <p:cNvPicPr preferRelativeResize="0"/>
          <p:nvPr/>
        </p:nvPicPr>
        <p:blipFill rotWithShape="1">
          <a:blip r:embed="rId5">
            <a:alphaModFix/>
          </a:blip>
          <a:srcRect t="3144"/>
          <a:stretch/>
        </p:blipFill>
        <p:spPr>
          <a:xfrm>
            <a:off x="466450" y="947526"/>
            <a:ext cx="5886072" cy="2020626"/>
          </a:xfrm>
          <a:prstGeom prst="rect">
            <a:avLst/>
          </a:prstGeom>
          <a:noFill/>
          <a:ln>
            <a:noFill/>
          </a:ln>
        </p:spPr>
      </p:pic>
      <p:pic>
        <p:nvPicPr>
          <p:cNvPr id="205" name="Google Shape;205;p9"/>
          <p:cNvPicPr preferRelativeResize="0"/>
          <p:nvPr/>
        </p:nvPicPr>
        <p:blipFill rotWithShape="1">
          <a:blip r:embed="rId6">
            <a:alphaModFix/>
          </a:blip>
          <a:srcRect/>
          <a:stretch/>
        </p:blipFill>
        <p:spPr>
          <a:xfrm>
            <a:off x="476226" y="3237956"/>
            <a:ext cx="5886072" cy="1095528"/>
          </a:xfrm>
          <a:prstGeom prst="rect">
            <a:avLst/>
          </a:prstGeom>
          <a:noFill/>
          <a:ln>
            <a:noFill/>
          </a:ln>
        </p:spPr>
      </p:pic>
      <p:pic>
        <p:nvPicPr>
          <p:cNvPr id="206" name="Google Shape;206;p9"/>
          <p:cNvPicPr preferRelativeResize="0"/>
          <p:nvPr/>
        </p:nvPicPr>
        <p:blipFill rotWithShape="1">
          <a:blip r:embed="rId7">
            <a:alphaModFix/>
          </a:blip>
          <a:srcRect/>
          <a:stretch/>
        </p:blipFill>
        <p:spPr>
          <a:xfrm>
            <a:off x="466450" y="4456142"/>
            <a:ext cx="5886071" cy="1935858"/>
          </a:xfrm>
          <a:prstGeom prst="rect">
            <a:avLst/>
          </a:prstGeom>
          <a:noFill/>
          <a:ln>
            <a:noFill/>
          </a:ln>
        </p:spPr>
      </p:pic>
      <p:cxnSp>
        <p:nvCxnSpPr>
          <p:cNvPr id="207" name="Google Shape;207;p9"/>
          <p:cNvCxnSpPr/>
          <p:nvPr/>
        </p:nvCxnSpPr>
        <p:spPr>
          <a:xfrm rot="10800000">
            <a:off x="6554804" y="2104985"/>
            <a:ext cx="1078030" cy="782594"/>
          </a:xfrm>
          <a:prstGeom prst="straightConnector1">
            <a:avLst/>
          </a:prstGeom>
          <a:noFill/>
          <a:ln w="9525" cap="flat" cmpd="sng">
            <a:solidFill>
              <a:srgbClr val="62C5DC"/>
            </a:solidFill>
            <a:prstDash val="solid"/>
            <a:miter lim="800000"/>
            <a:headEnd type="none" w="sm" len="sm"/>
            <a:tailEnd type="triangle" w="med" len="med"/>
          </a:ln>
        </p:spPr>
      </p:cxnSp>
      <p:cxnSp>
        <p:nvCxnSpPr>
          <p:cNvPr id="208" name="Google Shape;208;p9"/>
          <p:cNvCxnSpPr/>
          <p:nvPr/>
        </p:nvCxnSpPr>
        <p:spPr>
          <a:xfrm rot="10800000">
            <a:off x="6590635" y="3785720"/>
            <a:ext cx="1042199" cy="0"/>
          </a:xfrm>
          <a:prstGeom prst="straightConnector1">
            <a:avLst/>
          </a:prstGeom>
          <a:noFill/>
          <a:ln w="9525" cap="flat" cmpd="sng">
            <a:solidFill>
              <a:srgbClr val="62C5DC"/>
            </a:solidFill>
            <a:prstDash val="solid"/>
            <a:miter lim="800000"/>
            <a:headEnd type="none" w="sm" len="sm"/>
            <a:tailEnd type="triangle" w="med" len="med"/>
          </a:ln>
        </p:spPr>
      </p:cxnSp>
      <p:cxnSp>
        <p:nvCxnSpPr>
          <p:cNvPr id="209" name="Google Shape;209;p9"/>
          <p:cNvCxnSpPr/>
          <p:nvPr/>
        </p:nvCxnSpPr>
        <p:spPr>
          <a:xfrm flipH="1">
            <a:off x="6590635" y="4523874"/>
            <a:ext cx="1042200" cy="898142"/>
          </a:xfrm>
          <a:prstGeom prst="straightConnector1">
            <a:avLst/>
          </a:prstGeom>
          <a:noFill/>
          <a:ln w="9525" cap="flat" cmpd="sng">
            <a:solidFill>
              <a:srgbClr val="62C5DC"/>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anim calcmode="lin" valueType="num">
                                      <p:cBhvr additive="base">
                                        <p:cTn id="7" dur="500" fill="hold"/>
                                        <p:tgtEl>
                                          <p:spTgt spid="204"/>
                                        </p:tgtEl>
                                        <p:attrNameLst>
                                          <p:attrName>ppt_x</p:attrName>
                                        </p:attrNameLst>
                                      </p:cBhvr>
                                      <p:tavLst>
                                        <p:tav tm="0">
                                          <p:val>
                                            <p:strVal val="#ppt_x"/>
                                          </p:val>
                                        </p:tav>
                                        <p:tav tm="100000">
                                          <p:val>
                                            <p:strVal val="#ppt_x"/>
                                          </p:val>
                                        </p:tav>
                                      </p:tavLst>
                                    </p:anim>
                                    <p:anim calcmode="lin" valueType="num">
                                      <p:cBhvr additive="base">
                                        <p:cTn id="8" dur="500" fill="hold"/>
                                        <p:tgtEl>
                                          <p:spTgt spid="20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7"/>
                                        </p:tgtEl>
                                        <p:attrNameLst>
                                          <p:attrName>style.visibility</p:attrName>
                                        </p:attrNameLst>
                                      </p:cBhvr>
                                      <p:to>
                                        <p:strVal val="visible"/>
                                      </p:to>
                                    </p:set>
                                    <p:anim calcmode="lin" valueType="num">
                                      <p:cBhvr additive="base">
                                        <p:cTn id="11" dur="500" fill="hold"/>
                                        <p:tgtEl>
                                          <p:spTgt spid="207"/>
                                        </p:tgtEl>
                                        <p:attrNameLst>
                                          <p:attrName>ppt_x</p:attrName>
                                        </p:attrNameLst>
                                      </p:cBhvr>
                                      <p:tavLst>
                                        <p:tav tm="0">
                                          <p:val>
                                            <p:strVal val="#ppt_x"/>
                                          </p:val>
                                        </p:tav>
                                        <p:tav tm="100000">
                                          <p:val>
                                            <p:strVal val="#ppt_x"/>
                                          </p:val>
                                        </p:tav>
                                      </p:tavLst>
                                    </p:anim>
                                    <p:anim calcmode="lin" valueType="num">
                                      <p:cBhvr additive="base">
                                        <p:cTn id="12" dur="500" fill="hold"/>
                                        <p:tgtEl>
                                          <p:spTgt spid="20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5"/>
                                        </p:tgtEl>
                                        <p:attrNameLst>
                                          <p:attrName>style.visibility</p:attrName>
                                        </p:attrNameLst>
                                      </p:cBhvr>
                                      <p:to>
                                        <p:strVal val="visible"/>
                                      </p:to>
                                    </p:set>
                                    <p:anim calcmode="lin" valueType="num">
                                      <p:cBhvr additive="base">
                                        <p:cTn id="17" dur="500" fill="hold"/>
                                        <p:tgtEl>
                                          <p:spTgt spid="205"/>
                                        </p:tgtEl>
                                        <p:attrNameLst>
                                          <p:attrName>ppt_x</p:attrName>
                                        </p:attrNameLst>
                                      </p:cBhvr>
                                      <p:tavLst>
                                        <p:tav tm="0">
                                          <p:val>
                                            <p:strVal val="#ppt_x"/>
                                          </p:val>
                                        </p:tav>
                                        <p:tav tm="100000">
                                          <p:val>
                                            <p:strVal val="#ppt_x"/>
                                          </p:val>
                                        </p:tav>
                                      </p:tavLst>
                                    </p:anim>
                                    <p:anim calcmode="lin" valueType="num">
                                      <p:cBhvr additive="base">
                                        <p:cTn id="18" dur="500" fill="hold"/>
                                        <p:tgtEl>
                                          <p:spTgt spid="20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8"/>
                                        </p:tgtEl>
                                        <p:attrNameLst>
                                          <p:attrName>style.visibility</p:attrName>
                                        </p:attrNameLst>
                                      </p:cBhvr>
                                      <p:to>
                                        <p:strVal val="visible"/>
                                      </p:to>
                                    </p:set>
                                    <p:anim calcmode="lin" valueType="num">
                                      <p:cBhvr additive="base">
                                        <p:cTn id="21" dur="500" fill="hold"/>
                                        <p:tgtEl>
                                          <p:spTgt spid="208"/>
                                        </p:tgtEl>
                                        <p:attrNameLst>
                                          <p:attrName>ppt_x</p:attrName>
                                        </p:attrNameLst>
                                      </p:cBhvr>
                                      <p:tavLst>
                                        <p:tav tm="0">
                                          <p:val>
                                            <p:strVal val="#ppt_x"/>
                                          </p:val>
                                        </p:tav>
                                        <p:tav tm="100000">
                                          <p:val>
                                            <p:strVal val="#ppt_x"/>
                                          </p:val>
                                        </p:tav>
                                      </p:tavLst>
                                    </p:anim>
                                    <p:anim calcmode="lin" valueType="num">
                                      <p:cBhvr additive="base">
                                        <p:cTn id="22" dur="500" fill="hold"/>
                                        <p:tgtEl>
                                          <p:spTgt spid="20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6"/>
                                        </p:tgtEl>
                                        <p:attrNameLst>
                                          <p:attrName>style.visibility</p:attrName>
                                        </p:attrNameLst>
                                      </p:cBhvr>
                                      <p:to>
                                        <p:strVal val="visible"/>
                                      </p:to>
                                    </p:set>
                                    <p:anim calcmode="lin" valueType="num">
                                      <p:cBhvr additive="base">
                                        <p:cTn id="27" dur="500" fill="hold"/>
                                        <p:tgtEl>
                                          <p:spTgt spid="206"/>
                                        </p:tgtEl>
                                        <p:attrNameLst>
                                          <p:attrName>ppt_x</p:attrName>
                                        </p:attrNameLst>
                                      </p:cBhvr>
                                      <p:tavLst>
                                        <p:tav tm="0">
                                          <p:val>
                                            <p:strVal val="#ppt_x"/>
                                          </p:val>
                                        </p:tav>
                                        <p:tav tm="100000">
                                          <p:val>
                                            <p:strVal val="#ppt_x"/>
                                          </p:val>
                                        </p:tav>
                                      </p:tavLst>
                                    </p:anim>
                                    <p:anim calcmode="lin" valueType="num">
                                      <p:cBhvr additive="base">
                                        <p:cTn id="28" dur="500" fill="hold"/>
                                        <p:tgtEl>
                                          <p:spTgt spid="206"/>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09"/>
                                        </p:tgtEl>
                                        <p:attrNameLst>
                                          <p:attrName>style.visibility</p:attrName>
                                        </p:attrNameLst>
                                      </p:cBhvr>
                                      <p:to>
                                        <p:strVal val="visible"/>
                                      </p:to>
                                    </p:set>
                                    <p:anim calcmode="lin" valueType="num">
                                      <p:cBhvr additive="base">
                                        <p:cTn id="31" dur="500" fill="hold"/>
                                        <p:tgtEl>
                                          <p:spTgt spid="209"/>
                                        </p:tgtEl>
                                        <p:attrNameLst>
                                          <p:attrName>ppt_x</p:attrName>
                                        </p:attrNameLst>
                                      </p:cBhvr>
                                      <p:tavLst>
                                        <p:tav tm="0">
                                          <p:val>
                                            <p:strVal val="#ppt_x"/>
                                          </p:val>
                                        </p:tav>
                                        <p:tav tm="100000">
                                          <p:val>
                                            <p:strVal val="#ppt_x"/>
                                          </p:val>
                                        </p:tav>
                                      </p:tavLst>
                                    </p:anim>
                                    <p:anim calcmode="lin" valueType="num">
                                      <p:cBhvr additive="base">
                                        <p:cTn id="32" dur="500" fill="hold"/>
                                        <p:tgtEl>
                                          <p:spTgt spid="2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13"/>
        <p:cNvGrpSpPr/>
        <p:nvPr/>
      </p:nvGrpSpPr>
      <p:grpSpPr>
        <a:xfrm>
          <a:off x="0" y="0"/>
          <a:ext cx="0" cy="0"/>
          <a:chOff x="0" y="0"/>
          <a:chExt cx="0" cy="0"/>
        </a:xfrm>
      </p:grpSpPr>
      <p:pic>
        <p:nvPicPr>
          <p:cNvPr id="214" name="Google Shape;214;p10"/>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sp>
        <p:nvSpPr>
          <p:cNvPr id="215" name="Google Shape;215;p10"/>
          <p:cNvSpPr txBox="1"/>
          <p:nvPr/>
        </p:nvSpPr>
        <p:spPr>
          <a:xfrm>
            <a:off x="476227" y="-252377"/>
            <a:ext cx="5619773" cy="1003673"/>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dirty="0">
                <a:solidFill>
                  <a:srgbClr val="9EDCEA"/>
                </a:solidFill>
                <a:latin typeface="Arial"/>
                <a:ea typeface="Arial"/>
                <a:cs typeface="Arial"/>
                <a:sym typeface="Arial"/>
              </a:rPr>
              <a:t>Sample Visuals</a:t>
            </a:r>
            <a:endParaRPr sz="1400" b="0" i="0" u="none" strike="noStrike" cap="none" dirty="0">
              <a:solidFill>
                <a:srgbClr val="000000"/>
              </a:solidFill>
              <a:latin typeface="Arial"/>
              <a:ea typeface="Arial"/>
              <a:cs typeface="Arial"/>
              <a:sym typeface="Arial"/>
            </a:endParaRPr>
          </a:p>
        </p:txBody>
      </p:sp>
      <p:pic>
        <p:nvPicPr>
          <p:cNvPr id="216" name="Google Shape;216;p10"/>
          <p:cNvPicPr preferRelativeResize="0"/>
          <p:nvPr/>
        </p:nvPicPr>
        <p:blipFill rotWithShape="1">
          <a:blip r:embed="rId4">
            <a:alphaModFix/>
          </a:blip>
          <a:srcRect/>
          <a:stretch/>
        </p:blipFill>
        <p:spPr>
          <a:xfrm>
            <a:off x="472388" y="1181164"/>
            <a:ext cx="2813725" cy="2247836"/>
          </a:xfrm>
          <a:prstGeom prst="rect">
            <a:avLst/>
          </a:prstGeom>
          <a:noFill/>
          <a:ln>
            <a:noFill/>
          </a:ln>
        </p:spPr>
      </p:pic>
      <p:pic>
        <p:nvPicPr>
          <p:cNvPr id="217" name="Google Shape;217;p10"/>
          <p:cNvPicPr preferRelativeResize="0"/>
          <p:nvPr/>
        </p:nvPicPr>
        <p:blipFill rotWithShape="1">
          <a:blip r:embed="rId5">
            <a:alphaModFix/>
          </a:blip>
          <a:srcRect/>
          <a:stretch/>
        </p:blipFill>
        <p:spPr>
          <a:xfrm>
            <a:off x="7376160" y="1181164"/>
            <a:ext cx="4254363" cy="2251303"/>
          </a:xfrm>
          <a:prstGeom prst="rect">
            <a:avLst/>
          </a:prstGeom>
          <a:noFill/>
          <a:ln>
            <a:noFill/>
          </a:ln>
        </p:spPr>
      </p:pic>
      <p:pic>
        <p:nvPicPr>
          <p:cNvPr id="218" name="Google Shape;218;p10"/>
          <p:cNvPicPr preferRelativeResize="0"/>
          <p:nvPr/>
        </p:nvPicPr>
        <p:blipFill rotWithShape="1">
          <a:blip r:embed="rId6">
            <a:alphaModFix/>
          </a:blip>
          <a:srcRect/>
          <a:stretch/>
        </p:blipFill>
        <p:spPr>
          <a:xfrm>
            <a:off x="476227" y="4718719"/>
            <a:ext cx="4201651" cy="1805449"/>
          </a:xfrm>
          <a:prstGeom prst="rect">
            <a:avLst/>
          </a:prstGeom>
          <a:noFill/>
          <a:ln>
            <a:noFill/>
          </a:ln>
        </p:spPr>
      </p:pic>
      <p:pic>
        <p:nvPicPr>
          <p:cNvPr id="219" name="Google Shape;219;p10"/>
          <p:cNvPicPr preferRelativeResize="0"/>
          <p:nvPr/>
        </p:nvPicPr>
        <p:blipFill rotWithShape="1">
          <a:blip r:embed="rId7">
            <a:alphaModFix/>
          </a:blip>
          <a:srcRect/>
          <a:stretch/>
        </p:blipFill>
        <p:spPr>
          <a:xfrm>
            <a:off x="8066327" y="4718719"/>
            <a:ext cx="3564196" cy="958117"/>
          </a:xfrm>
          <a:prstGeom prst="rect">
            <a:avLst/>
          </a:prstGeom>
          <a:noFill/>
          <a:ln>
            <a:noFill/>
          </a:ln>
        </p:spPr>
      </p:pic>
      <p:sp>
        <p:nvSpPr>
          <p:cNvPr id="220" name="Google Shape;220;p10"/>
          <p:cNvSpPr txBox="1"/>
          <p:nvPr/>
        </p:nvSpPr>
        <p:spPr>
          <a:xfrm>
            <a:off x="472388" y="3520942"/>
            <a:ext cx="2983081"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rgbClr val="F2F2F2"/>
                </a:solidFill>
                <a:latin typeface="Calibri"/>
                <a:ea typeface="Calibri"/>
                <a:cs typeface="Calibri"/>
                <a:sym typeface="Calibri"/>
              </a:rPr>
              <a:t>Pie Chart</a:t>
            </a:r>
            <a:r>
              <a:rPr lang="en-US" sz="1600" b="0" i="0" u="none" strike="noStrike" cap="none" dirty="0">
                <a:solidFill>
                  <a:srgbClr val="F2F2F2"/>
                </a:solidFill>
                <a:latin typeface="Calibri"/>
                <a:ea typeface="Calibri"/>
                <a:cs typeface="Calibri"/>
                <a:sym typeface="Calibri"/>
              </a:rPr>
              <a:t>: shows parts of a whole (percentage distribution)</a:t>
            </a:r>
            <a:endParaRPr sz="1400" b="0" i="0" u="none" strike="noStrike" cap="none" dirty="0">
              <a:solidFill>
                <a:srgbClr val="000000"/>
              </a:solidFill>
              <a:latin typeface="Arial"/>
              <a:ea typeface="Arial"/>
              <a:cs typeface="Arial"/>
              <a:sym typeface="Arial"/>
            </a:endParaRPr>
          </a:p>
        </p:txBody>
      </p:sp>
      <p:sp>
        <p:nvSpPr>
          <p:cNvPr id="221" name="Google Shape;221;p10"/>
          <p:cNvSpPr txBox="1"/>
          <p:nvPr/>
        </p:nvSpPr>
        <p:spPr>
          <a:xfrm>
            <a:off x="7561717" y="3520942"/>
            <a:ext cx="4088954"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F2F2F2"/>
                </a:solidFill>
                <a:latin typeface="Calibri"/>
                <a:ea typeface="Calibri"/>
                <a:cs typeface="Calibri"/>
                <a:sym typeface="Calibri"/>
              </a:rPr>
              <a:t>Line Chart</a:t>
            </a:r>
            <a:r>
              <a:rPr lang="en-US" sz="1600" b="0" i="0" u="none" strike="noStrike" cap="none">
                <a:solidFill>
                  <a:srgbClr val="F2F2F2"/>
                </a:solidFill>
                <a:latin typeface="Calibri"/>
                <a:ea typeface="Calibri"/>
                <a:cs typeface="Calibri"/>
                <a:sym typeface="Calibri"/>
              </a:rPr>
              <a:t>: shows trends and changes over time.</a:t>
            </a:r>
            <a:endParaRPr sz="1400" b="0" i="0" u="none" strike="noStrike" cap="none">
              <a:solidFill>
                <a:srgbClr val="000000"/>
              </a:solidFill>
              <a:latin typeface="Arial"/>
              <a:ea typeface="Arial"/>
              <a:cs typeface="Arial"/>
              <a:sym typeface="Arial"/>
            </a:endParaRPr>
          </a:p>
        </p:txBody>
      </p:sp>
      <p:sp>
        <p:nvSpPr>
          <p:cNvPr id="222" name="Google Shape;222;p10"/>
          <p:cNvSpPr txBox="1"/>
          <p:nvPr/>
        </p:nvSpPr>
        <p:spPr>
          <a:xfrm>
            <a:off x="4727202" y="5215171"/>
            <a:ext cx="2737596"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F2F2F2"/>
                </a:solidFill>
                <a:latin typeface="Calibri"/>
                <a:ea typeface="Calibri"/>
                <a:cs typeface="Calibri"/>
                <a:sym typeface="Calibri"/>
              </a:rPr>
              <a:t>Column Chart</a:t>
            </a:r>
            <a:r>
              <a:rPr lang="en-US" sz="1600" b="0" i="0" u="none" strike="noStrike" cap="none">
                <a:solidFill>
                  <a:srgbClr val="F2F2F2"/>
                </a:solidFill>
                <a:latin typeface="Calibri"/>
                <a:ea typeface="Calibri"/>
                <a:cs typeface="Calibri"/>
                <a:sym typeface="Calibri"/>
              </a:rPr>
              <a:t>: compares values across categories clearly.</a:t>
            </a:r>
            <a:endParaRPr sz="1400" b="0" i="0" u="none" strike="noStrike" cap="none">
              <a:solidFill>
                <a:srgbClr val="000000"/>
              </a:solidFill>
              <a:latin typeface="Arial"/>
              <a:ea typeface="Arial"/>
              <a:cs typeface="Arial"/>
              <a:sym typeface="Arial"/>
            </a:endParaRPr>
          </a:p>
        </p:txBody>
      </p:sp>
      <p:sp>
        <p:nvSpPr>
          <p:cNvPr id="223" name="Google Shape;223;p10"/>
          <p:cNvSpPr txBox="1"/>
          <p:nvPr/>
        </p:nvSpPr>
        <p:spPr>
          <a:xfrm>
            <a:off x="8066327" y="5753780"/>
            <a:ext cx="364944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F2F2F2"/>
                </a:solidFill>
                <a:latin typeface="Calibri"/>
                <a:ea typeface="Calibri"/>
                <a:cs typeface="Calibri"/>
                <a:sym typeface="Calibri"/>
              </a:rPr>
              <a:t>Card</a:t>
            </a:r>
            <a:r>
              <a:rPr lang="en-US" sz="1600" b="0" i="0" u="none" strike="noStrike" cap="none">
                <a:solidFill>
                  <a:srgbClr val="F2F2F2"/>
                </a:solidFill>
                <a:latin typeface="Calibri"/>
                <a:ea typeface="Calibri"/>
                <a:cs typeface="Calibri"/>
                <a:sym typeface="Calibri"/>
              </a:rPr>
              <a:t>: displays a single key KPI value clearly and simply.</a:t>
            </a:r>
            <a:endParaRPr sz="1400" b="0" i="0" u="none" strike="noStrike" cap="none">
              <a:solidFill>
                <a:srgbClr val="000000"/>
              </a:solidFill>
              <a:latin typeface="Arial"/>
              <a:ea typeface="Arial"/>
              <a:cs typeface="Arial"/>
              <a:sym typeface="Arial"/>
            </a:endParaRPr>
          </a:p>
        </p:txBody>
      </p:sp>
      <p:sp>
        <p:nvSpPr>
          <p:cNvPr id="224" name="Google Shape;224;p10"/>
          <p:cNvSpPr txBox="1"/>
          <p:nvPr/>
        </p:nvSpPr>
        <p:spPr>
          <a:xfrm>
            <a:off x="4017052" y="3520942"/>
            <a:ext cx="2983081"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F2F2F2"/>
                </a:solidFill>
                <a:latin typeface="Calibri"/>
                <a:ea typeface="Calibri"/>
                <a:cs typeface="Calibri"/>
                <a:sym typeface="Calibri"/>
              </a:rPr>
              <a:t>Funnel Chart</a:t>
            </a:r>
            <a:r>
              <a:rPr lang="en-US" sz="1600" b="0" i="0" u="none" strike="noStrike" cap="none">
                <a:solidFill>
                  <a:srgbClr val="F2F2F2"/>
                </a:solidFill>
                <a:latin typeface="Calibri"/>
                <a:ea typeface="Calibri"/>
                <a:cs typeface="Calibri"/>
                <a:sym typeface="Calibri"/>
              </a:rPr>
              <a:t>: shows values in descending order to highlight the most important items.</a:t>
            </a:r>
            <a:endParaRPr sz="1400" b="0" i="0" u="none" strike="noStrike" cap="none">
              <a:solidFill>
                <a:srgbClr val="000000"/>
              </a:solidFill>
              <a:latin typeface="Arial"/>
              <a:ea typeface="Arial"/>
              <a:cs typeface="Arial"/>
              <a:sym typeface="Arial"/>
            </a:endParaRPr>
          </a:p>
        </p:txBody>
      </p:sp>
      <p:pic>
        <p:nvPicPr>
          <p:cNvPr id="225" name="Google Shape;225;p10"/>
          <p:cNvPicPr preferRelativeResize="0"/>
          <p:nvPr/>
        </p:nvPicPr>
        <p:blipFill rotWithShape="1">
          <a:blip r:embed="rId8">
            <a:alphaModFix/>
          </a:blip>
          <a:srcRect/>
          <a:stretch/>
        </p:blipFill>
        <p:spPr>
          <a:xfrm>
            <a:off x="4017052" y="1210938"/>
            <a:ext cx="2813725" cy="22180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9"/>
                                        </p:tgtEl>
                                        <p:attrNameLst>
                                          <p:attrName>style.visibility</p:attrName>
                                        </p:attrNameLst>
                                      </p:cBhvr>
                                      <p:to>
                                        <p:strVal val="visible"/>
                                      </p:to>
                                    </p:set>
                                    <p:anim calcmode="lin" valueType="num">
                                      <p:cBhvr additive="base">
                                        <p:cTn id="7" dur="500" fill="hold"/>
                                        <p:tgtEl>
                                          <p:spTgt spid="219"/>
                                        </p:tgtEl>
                                        <p:attrNameLst>
                                          <p:attrName>ppt_x</p:attrName>
                                        </p:attrNameLst>
                                      </p:cBhvr>
                                      <p:tavLst>
                                        <p:tav tm="0">
                                          <p:val>
                                            <p:strVal val="#ppt_x"/>
                                          </p:val>
                                        </p:tav>
                                        <p:tav tm="100000">
                                          <p:val>
                                            <p:strVal val="#ppt_x"/>
                                          </p:val>
                                        </p:tav>
                                      </p:tavLst>
                                    </p:anim>
                                    <p:anim calcmode="lin" valueType="num">
                                      <p:cBhvr additive="base">
                                        <p:cTn id="8" dur="500" fill="hold"/>
                                        <p:tgtEl>
                                          <p:spTgt spid="2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3"/>
                                        </p:tgtEl>
                                        <p:attrNameLst>
                                          <p:attrName>style.visibility</p:attrName>
                                        </p:attrNameLst>
                                      </p:cBhvr>
                                      <p:to>
                                        <p:strVal val="visible"/>
                                      </p:to>
                                    </p:set>
                                    <p:anim calcmode="lin" valueType="num">
                                      <p:cBhvr additive="base">
                                        <p:cTn id="11" dur="500" fill="hold"/>
                                        <p:tgtEl>
                                          <p:spTgt spid="223"/>
                                        </p:tgtEl>
                                        <p:attrNameLst>
                                          <p:attrName>ppt_x</p:attrName>
                                        </p:attrNameLst>
                                      </p:cBhvr>
                                      <p:tavLst>
                                        <p:tav tm="0">
                                          <p:val>
                                            <p:strVal val="#ppt_x"/>
                                          </p:val>
                                        </p:tav>
                                        <p:tav tm="100000">
                                          <p:val>
                                            <p:strVal val="#ppt_x"/>
                                          </p:val>
                                        </p:tav>
                                      </p:tavLst>
                                    </p:anim>
                                    <p:anim calcmode="lin" valueType="num">
                                      <p:cBhvr additive="base">
                                        <p:cTn id="12" dur="500" fill="hold"/>
                                        <p:tgtEl>
                                          <p:spTgt spid="22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17"/>
                                        </p:tgtEl>
                                        <p:attrNameLst>
                                          <p:attrName>style.visibility</p:attrName>
                                        </p:attrNameLst>
                                      </p:cBhvr>
                                      <p:to>
                                        <p:strVal val="visible"/>
                                      </p:to>
                                    </p:set>
                                    <p:anim calcmode="lin" valueType="num">
                                      <p:cBhvr additive="base">
                                        <p:cTn id="15" dur="500" fill="hold"/>
                                        <p:tgtEl>
                                          <p:spTgt spid="217"/>
                                        </p:tgtEl>
                                        <p:attrNameLst>
                                          <p:attrName>ppt_x</p:attrName>
                                        </p:attrNameLst>
                                      </p:cBhvr>
                                      <p:tavLst>
                                        <p:tav tm="0">
                                          <p:val>
                                            <p:strVal val="#ppt_x"/>
                                          </p:val>
                                        </p:tav>
                                        <p:tav tm="100000">
                                          <p:val>
                                            <p:strVal val="#ppt_x"/>
                                          </p:val>
                                        </p:tav>
                                      </p:tavLst>
                                    </p:anim>
                                    <p:anim calcmode="lin" valueType="num">
                                      <p:cBhvr additive="base">
                                        <p:cTn id="16" dur="500" fill="hold"/>
                                        <p:tgtEl>
                                          <p:spTgt spid="21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1"/>
                                        </p:tgtEl>
                                        <p:attrNameLst>
                                          <p:attrName>style.visibility</p:attrName>
                                        </p:attrNameLst>
                                      </p:cBhvr>
                                      <p:to>
                                        <p:strVal val="visible"/>
                                      </p:to>
                                    </p:set>
                                    <p:anim calcmode="lin" valueType="num">
                                      <p:cBhvr additive="base">
                                        <p:cTn id="19" dur="500" fill="hold"/>
                                        <p:tgtEl>
                                          <p:spTgt spid="221"/>
                                        </p:tgtEl>
                                        <p:attrNameLst>
                                          <p:attrName>ppt_x</p:attrName>
                                        </p:attrNameLst>
                                      </p:cBhvr>
                                      <p:tavLst>
                                        <p:tav tm="0">
                                          <p:val>
                                            <p:strVal val="#ppt_x"/>
                                          </p:val>
                                        </p:tav>
                                        <p:tav tm="100000">
                                          <p:val>
                                            <p:strVal val="#ppt_x"/>
                                          </p:val>
                                        </p:tav>
                                      </p:tavLst>
                                    </p:anim>
                                    <p:anim calcmode="lin" valueType="num">
                                      <p:cBhvr additive="base">
                                        <p:cTn id="20" dur="500" fill="hold"/>
                                        <p:tgtEl>
                                          <p:spTgt spid="22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18"/>
                                        </p:tgtEl>
                                        <p:attrNameLst>
                                          <p:attrName>style.visibility</p:attrName>
                                        </p:attrNameLst>
                                      </p:cBhvr>
                                      <p:to>
                                        <p:strVal val="visible"/>
                                      </p:to>
                                    </p:set>
                                    <p:anim calcmode="lin" valueType="num">
                                      <p:cBhvr additive="base">
                                        <p:cTn id="23" dur="500" fill="hold"/>
                                        <p:tgtEl>
                                          <p:spTgt spid="218"/>
                                        </p:tgtEl>
                                        <p:attrNameLst>
                                          <p:attrName>ppt_x</p:attrName>
                                        </p:attrNameLst>
                                      </p:cBhvr>
                                      <p:tavLst>
                                        <p:tav tm="0">
                                          <p:val>
                                            <p:strVal val="#ppt_x"/>
                                          </p:val>
                                        </p:tav>
                                        <p:tav tm="100000">
                                          <p:val>
                                            <p:strVal val="#ppt_x"/>
                                          </p:val>
                                        </p:tav>
                                      </p:tavLst>
                                    </p:anim>
                                    <p:anim calcmode="lin" valueType="num">
                                      <p:cBhvr additive="base">
                                        <p:cTn id="24" dur="500" fill="hold"/>
                                        <p:tgtEl>
                                          <p:spTgt spid="21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2"/>
                                        </p:tgtEl>
                                        <p:attrNameLst>
                                          <p:attrName>style.visibility</p:attrName>
                                        </p:attrNameLst>
                                      </p:cBhvr>
                                      <p:to>
                                        <p:strVal val="visible"/>
                                      </p:to>
                                    </p:set>
                                    <p:anim calcmode="lin" valueType="num">
                                      <p:cBhvr additive="base">
                                        <p:cTn id="27" dur="500" fill="hold"/>
                                        <p:tgtEl>
                                          <p:spTgt spid="222"/>
                                        </p:tgtEl>
                                        <p:attrNameLst>
                                          <p:attrName>ppt_x</p:attrName>
                                        </p:attrNameLst>
                                      </p:cBhvr>
                                      <p:tavLst>
                                        <p:tav tm="0">
                                          <p:val>
                                            <p:strVal val="#ppt_x"/>
                                          </p:val>
                                        </p:tav>
                                        <p:tav tm="100000">
                                          <p:val>
                                            <p:strVal val="#ppt_x"/>
                                          </p:val>
                                        </p:tav>
                                      </p:tavLst>
                                    </p:anim>
                                    <p:anim calcmode="lin" valueType="num">
                                      <p:cBhvr additive="base">
                                        <p:cTn id="28" dur="500" fill="hold"/>
                                        <p:tgtEl>
                                          <p:spTgt spid="222"/>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25"/>
                                        </p:tgtEl>
                                        <p:attrNameLst>
                                          <p:attrName>style.visibility</p:attrName>
                                        </p:attrNameLst>
                                      </p:cBhvr>
                                      <p:to>
                                        <p:strVal val="visible"/>
                                      </p:to>
                                    </p:set>
                                    <p:anim calcmode="lin" valueType="num">
                                      <p:cBhvr additive="base">
                                        <p:cTn id="31" dur="500" fill="hold"/>
                                        <p:tgtEl>
                                          <p:spTgt spid="225"/>
                                        </p:tgtEl>
                                        <p:attrNameLst>
                                          <p:attrName>ppt_x</p:attrName>
                                        </p:attrNameLst>
                                      </p:cBhvr>
                                      <p:tavLst>
                                        <p:tav tm="0">
                                          <p:val>
                                            <p:strVal val="#ppt_x"/>
                                          </p:val>
                                        </p:tav>
                                        <p:tav tm="100000">
                                          <p:val>
                                            <p:strVal val="#ppt_x"/>
                                          </p:val>
                                        </p:tav>
                                      </p:tavLst>
                                    </p:anim>
                                    <p:anim calcmode="lin" valueType="num">
                                      <p:cBhvr additive="base">
                                        <p:cTn id="32" dur="500" fill="hold"/>
                                        <p:tgtEl>
                                          <p:spTgt spid="22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24"/>
                                        </p:tgtEl>
                                        <p:attrNameLst>
                                          <p:attrName>style.visibility</p:attrName>
                                        </p:attrNameLst>
                                      </p:cBhvr>
                                      <p:to>
                                        <p:strVal val="visible"/>
                                      </p:to>
                                    </p:set>
                                    <p:anim calcmode="lin" valueType="num">
                                      <p:cBhvr additive="base">
                                        <p:cTn id="35" dur="500" fill="hold"/>
                                        <p:tgtEl>
                                          <p:spTgt spid="224"/>
                                        </p:tgtEl>
                                        <p:attrNameLst>
                                          <p:attrName>ppt_x</p:attrName>
                                        </p:attrNameLst>
                                      </p:cBhvr>
                                      <p:tavLst>
                                        <p:tav tm="0">
                                          <p:val>
                                            <p:strVal val="#ppt_x"/>
                                          </p:val>
                                        </p:tav>
                                        <p:tav tm="100000">
                                          <p:val>
                                            <p:strVal val="#ppt_x"/>
                                          </p:val>
                                        </p:tav>
                                      </p:tavLst>
                                    </p:anim>
                                    <p:anim calcmode="lin" valueType="num">
                                      <p:cBhvr additive="base">
                                        <p:cTn id="36" dur="500" fill="hold"/>
                                        <p:tgtEl>
                                          <p:spTgt spid="22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16"/>
                                        </p:tgtEl>
                                        <p:attrNameLst>
                                          <p:attrName>style.visibility</p:attrName>
                                        </p:attrNameLst>
                                      </p:cBhvr>
                                      <p:to>
                                        <p:strVal val="visible"/>
                                      </p:to>
                                    </p:set>
                                    <p:anim calcmode="lin" valueType="num">
                                      <p:cBhvr additive="base">
                                        <p:cTn id="39" dur="500" fill="hold"/>
                                        <p:tgtEl>
                                          <p:spTgt spid="216"/>
                                        </p:tgtEl>
                                        <p:attrNameLst>
                                          <p:attrName>ppt_x</p:attrName>
                                        </p:attrNameLst>
                                      </p:cBhvr>
                                      <p:tavLst>
                                        <p:tav tm="0">
                                          <p:val>
                                            <p:strVal val="#ppt_x"/>
                                          </p:val>
                                        </p:tav>
                                        <p:tav tm="100000">
                                          <p:val>
                                            <p:strVal val="#ppt_x"/>
                                          </p:val>
                                        </p:tav>
                                      </p:tavLst>
                                    </p:anim>
                                    <p:anim calcmode="lin" valueType="num">
                                      <p:cBhvr additive="base">
                                        <p:cTn id="40" dur="500" fill="hold"/>
                                        <p:tgtEl>
                                          <p:spTgt spid="2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20"/>
                                        </p:tgtEl>
                                        <p:attrNameLst>
                                          <p:attrName>style.visibility</p:attrName>
                                        </p:attrNameLst>
                                      </p:cBhvr>
                                      <p:to>
                                        <p:strVal val="visible"/>
                                      </p:to>
                                    </p:set>
                                    <p:anim calcmode="lin" valueType="num">
                                      <p:cBhvr additive="base">
                                        <p:cTn id="43" dur="500" fill="hold"/>
                                        <p:tgtEl>
                                          <p:spTgt spid="220"/>
                                        </p:tgtEl>
                                        <p:attrNameLst>
                                          <p:attrName>ppt_x</p:attrName>
                                        </p:attrNameLst>
                                      </p:cBhvr>
                                      <p:tavLst>
                                        <p:tav tm="0">
                                          <p:val>
                                            <p:strVal val="#ppt_x"/>
                                          </p:val>
                                        </p:tav>
                                        <p:tav tm="100000">
                                          <p:val>
                                            <p:strVal val="#ppt_x"/>
                                          </p:val>
                                        </p:tav>
                                      </p:tavLst>
                                    </p:anim>
                                    <p:anim calcmode="lin" valueType="num">
                                      <p:cBhvr additive="base">
                                        <p:cTn id="44" dur="500" fill="hold"/>
                                        <p:tgtEl>
                                          <p:spTgt spid="2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p:bldP spid="221" grpId="0"/>
      <p:bldP spid="222" grpId="0"/>
      <p:bldP spid="223" grpId="0"/>
      <p:bldP spid="22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13"/>
        <p:cNvGrpSpPr/>
        <p:nvPr/>
      </p:nvGrpSpPr>
      <p:grpSpPr>
        <a:xfrm>
          <a:off x="0" y="0"/>
          <a:ext cx="0" cy="0"/>
          <a:chOff x="0" y="0"/>
          <a:chExt cx="0" cy="0"/>
        </a:xfrm>
      </p:grpSpPr>
      <p:pic>
        <p:nvPicPr>
          <p:cNvPr id="214" name="Google Shape;214;p10"/>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pic>
        <p:nvPicPr>
          <p:cNvPr id="3" name="Picture 2">
            <a:extLst>
              <a:ext uri="{FF2B5EF4-FFF2-40B4-BE49-F238E27FC236}">
                <a16:creationId xmlns:a16="http://schemas.microsoft.com/office/drawing/2014/main" id="{492C3CEF-06EA-4A8D-A03B-7EB5E13EC9AE}"/>
              </a:ext>
            </a:extLst>
          </p:cNvPr>
          <p:cNvPicPr>
            <a:picLocks noChangeAspect="1"/>
          </p:cNvPicPr>
          <p:nvPr/>
        </p:nvPicPr>
        <p:blipFill>
          <a:blip r:embed="rId4"/>
          <a:stretch>
            <a:fillRect/>
          </a:stretch>
        </p:blipFill>
        <p:spPr>
          <a:xfrm>
            <a:off x="25805" y="0"/>
            <a:ext cx="12140389" cy="6858000"/>
          </a:xfrm>
          <a:prstGeom prst="rect">
            <a:avLst/>
          </a:prstGeom>
        </p:spPr>
      </p:pic>
    </p:spTree>
    <p:extLst>
      <p:ext uri="{BB962C8B-B14F-4D97-AF65-F5344CB8AC3E}">
        <p14:creationId xmlns:p14="http://schemas.microsoft.com/office/powerpoint/2010/main" val="66505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13"/>
        <p:cNvGrpSpPr/>
        <p:nvPr/>
      </p:nvGrpSpPr>
      <p:grpSpPr>
        <a:xfrm>
          <a:off x="0" y="0"/>
          <a:ext cx="0" cy="0"/>
          <a:chOff x="0" y="0"/>
          <a:chExt cx="0" cy="0"/>
        </a:xfrm>
      </p:grpSpPr>
      <p:pic>
        <p:nvPicPr>
          <p:cNvPr id="214" name="Google Shape;214;p10"/>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pic>
        <p:nvPicPr>
          <p:cNvPr id="4" name="Picture 3">
            <a:extLst>
              <a:ext uri="{FF2B5EF4-FFF2-40B4-BE49-F238E27FC236}">
                <a16:creationId xmlns:a16="http://schemas.microsoft.com/office/drawing/2014/main" id="{13FF4428-43EB-4533-A620-7FA683D2F024}"/>
              </a:ext>
            </a:extLst>
          </p:cNvPr>
          <p:cNvPicPr>
            <a:picLocks noChangeAspect="1"/>
          </p:cNvPicPr>
          <p:nvPr/>
        </p:nvPicPr>
        <p:blipFill>
          <a:blip r:embed="rId4"/>
          <a:stretch>
            <a:fillRect/>
          </a:stretch>
        </p:blipFill>
        <p:spPr>
          <a:xfrm>
            <a:off x="0" y="-3699"/>
            <a:ext cx="12192000" cy="6865398"/>
          </a:xfrm>
          <a:prstGeom prst="rect">
            <a:avLst/>
          </a:prstGeom>
        </p:spPr>
      </p:pic>
    </p:spTree>
    <p:extLst>
      <p:ext uri="{BB962C8B-B14F-4D97-AF65-F5344CB8AC3E}">
        <p14:creationId xmlns:p14="http://schemas.microsoft.com/office/powerpoint/2010/main" val="318268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13"/>
        <p:cNvGrpSpPr/>
        <p:nvPr/>
      </p:nvGrpSpPr>
      <p:grpSpPr>
        <a:xfrm>
          <a:off x="0" y="0"/>
          <a:ext cx="0" cy="0"/>
          <a:chOff x="0" y="0"/>
          <a:chExt cx="0" cy="0"/>
        </a:xfrm>
      </p:grpSpPr>
      <p:pic>
        <p:nvPicPr>
          <p:cNvPr id="214" name="Google Shape;214;p10"/>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pic>
        <p:nvPicPr>
          <p:cNvPr id="3" name="Picture 2">
            <a:extLst>
              <a:ext uri="{FF2B5EF4-FFF2-40B4-BE49-F238E27FC236}">
                <a16:creationId xmlns:a16="http://schemas.microsoft.com/office/drawing/2014/main" id="{D1F5A21D-A4D6-4351-9E2E-224DCCC3819C}"/>
              </a:ext>
            </a:extLst>
          </p:cNvPr>
          <p:cNvPicPr>
            <a:picLocks noChangeAspect="1"/>
          </p:cNvPicPr>
          <p:nvPr/>
        </p:nvPicPr>
        <p:blipFill>
          <a:blip r:embed="rId4"/>
          <a:stretch>
            <a:fillRect/>
          </a:stretch>
        </p:blipFill>
        <p:spPr>
          <a:xfrm>
            <a:off x="0" y="2281"/>
            <a:ext cx="12192000" cy="6853437"/>
          </a:xfrm>
          <a:prstGeom prst="rect">
            <a:avLst/>
          </a:prstGeom>
        </p:spPr>
      </p:pic>
    </p:spTree>
    <p:extLst>
      <p:ext uri="{BB962C8B-B14F-4D97-AF65-F5344CB8AC3E}">
        <p14:creationId xmlns:p14="http://schemas.microsoft.com/office/powerpoint/2010/main" val="651405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13"/>
        <p:cNvGrpSpPr/>
        <p:nvPr/>
      </p:nvGrpSpPr>
      <p:grpSpPr>
        <a:xfrm>
          <a:off x="0" y="0"/>
          <a:ext cx="0" cy="0"/>
          <a:chOff x="0" y="0"/>
          <a:chExt cx="0" cy="0"/>
        </a:xfrm>
      </p:grpSpPr>
      <p:pic>
        <p:nvPicPr>
          <p:cNvPr id="214" name="Google Shape;214;p10"/>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pic>
        <p:nvPicPr>
          <p:cNvPr id="4" name="Picture 3">
            <a:extLst>
              <a:ext uri="{FF2B5EF4-FFF2-40B4-BE49-F238E27FC236}">
                <a16:creationId xmlns:a16="http://schemas.microsoft.com/office/drawing/2014/main" id="{B07A25FB-0CBE-4685-9FF5-EC33BBA47C1E}"/>
              </a:ext>
            </a:extLst>
          </p:cNvPr>
          <p:cNvPicPr>
            <a:picLocks noChangeAspect="1"/>
          </p:cNvPicPr>
          <p:nvPr/>
        </p:nvPicPr>
        <p:blipFill>
          <a:blip r:embed="rId4"/>
          <a:stretch>
            <a:fillRect/>
          </a:stretch>
        </p:blipFill>
        <p:spPr>
          <a:xfrm>
            <a:off x="0" y="2281"/>
            <a:ext cx="12192000" cy="6853437"/>
          </a:xfrm>
          <a:prstGeom prst="rect">
            <a:avLst/>
          </a:prstGeom>
        </p:spPr>
      </p:pic>
    </p:spTree>
    <p:extLst>
      <p:ext uri="{BB962C8B-B14F-4D97-AF65-F5344CB8AC3E}">
        <p14:creationId xmlns:p14="http://schemas.microsoft.com/office/powerpoint/2010/main" val="52715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13"/>
        <p:cNvGrpSpPr/>
        <p:nvPr/>
      </p:nvGrpSpPr>
      <p:grpSpPr>
        <a:xfrm>
          <a:off x="0" y="0"/>
          <a:ext cx="0" cy="0"/>
          <a:chOff x="0" y="0"/>
          <a:chExt cx="0" cy="0"/>
        </a:xfrm>
      </p:grpSpPr>
      <p:pic>
        <p:nvPicPr>
          <p:cNvPr id="214" name="Google Shape;214;p10"/>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pic>
        <p:nvPicPr>
          <p:cNvPr id="3" name="Picture 2">
            <a:extLst>
              <a:ext uri="{FF2B5EF4-FFF2-40B4-BE49-F238E27FC236}">
                <a16:creationId xmlns:a16="http://schemas.microsoft.com/office/drawing/2014/main" id="{F7DAFF2C-CAA7-418B-9A36-972EAA64B0D7}"/>
              </a:ext>
            </a:extLst>
          </p:cNvPr>
          <p:cNvPicPr>
            <a:picLocks noChangeAspect="1"/>
          </p:cNvPicPr>
          <p:nvPr/>
        </p:nvPicPr>
        <p:blipFill>
          <a:blip r:embed="rId4"/>
          <a:stretch>
            <a:fillRect/>
          </a:stretch>
        </p:blipFill>
        <p:spPr>
          <a:xfrm>
            <a:off x="0" y="-11407"/>
            <a:ext cx="12192000" cy="6880814"/>
          </a:xfrm>
          <a:prstGeom prst="rect">
            <a:avLst/>
          </a:prstGeom>
        </p:spPr>
      </p:pic>
    </p:spTree>
    <p:extLst>
      <p:ext uri="{BB962C8B-B14F-4D97-AF65-F5344CB8AC3E}">
        <p14:creationId xmlns:p14="http://schemas.microsoft.com/office/powerpoint/2010/main" val="1334449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13"/>
        <p:cNvGrpSpPr/>
        <p:nvPr/>
      </p:nvGrpSpPr>
      <p:grpSpPr>
        <a:xfrm>
          <a:off x="0" y="0"/>
          <a:ext cx="0" cy="0"/>
          <a:chOff x="0" y="0"/>
          <a:chExt cx="0" cy="0"/>
        </a:xfrm>
      </p:grpSpPr>
      <p:pic>
        <p:nvPicPr>
          <p:cNvPr id="214" name="Google Shape;214;p10"/>
          <p:cNvPicPr preferRelativeResize="0"/>
          <p:nvPr/>
        </p:nvPicPr>
        <p:blipFill rotWithShape="1">
          <a:blip r:embed="rId3">
            <a:alphaModFix amt="5000"/>
          </a:blip>
          <a:srcRect t="6802" b="10247"/>
          <a:stretch/>
        </p:blipFill>
        <p:spPr>
          <a:xfrm>
            <a:off x="-583934" y="0"/>
            <a:ext cx="13128859" cy="6858001"/>
          </a:xfrm>
          <a:prstGeom prst="rect">
            <a:avLst/>
          </a:prstGeom>
          <a:noFill/>
          <a:ln>
            <a:noFill/>
          </a:ln>
        </p:spPr>
      </p:pic>
      <p:pic>
        <p:nvPicPr>
          <p:cNvPr id="4" name="Picture 3">
            <a:extLst>
              <a:ext uri="{FF2B5EF4-FFF2-40B4-BE49-F238E27FC236}">
                <a16:creationId xmlns:a16="http://schemas.microsoft.com/office/drawing/2014/main" id="{A2826057-8701-4911-96D3-8534C3D03F84}"/>
              </a:ext>
            </a:extLst>
          </p:cNvPr>
          <p:cNvPicPr>
            <a:picLocks noChangeAspect="1"/>
          </p:cNvPicPr>
          <p:nvPr/>
        </p:nvPicPr>
        <p:blipFill>
          <a:blip r:embed="rId4"/>
          <a:stretch>
            <a:fillRect/>
          </a:stretch>
        </p:blipFill>
        <p:spPr>
          <a:xfrm>
            <a:off x="0" y="9960"/>
            <a:ext cx="12192000" cy="6838082"/>
          </a:xfrm>
          <a:prstGeom prst="rect">
            <a:avLst/>
          </a:prstGeom>
        </p:spPr>
      </p:pic>
    </p:spTree>
    <p:extLst>
      <p:ext uri="{BB962C8B-B14F-4D97-AF65-F5344CB8AC3E}">
        <p14:creationId xmlns:p14="http://schemas.microsoft.com/office/powerpoint/2010/main" val="259753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37"/>
        <p:cNvGrpSpPr/>
        <p:nvPr/>
      </p:nvGrpSpPr>
      <p:grpSpPr>
        <a:xfrm>
          <a:off x="0" y="0"/>
          <a:ext cx="0" cy="0"/>
          <a:chOff x="0" y="0"/>
          <a:chExt cx="0" cy="0"/>
        </a:xfrm>
      </p:grpSpPr>
      <p:pic>
        <p:nvPicPr>
          <p:cNvPr id="238" name="Google Shape;238;p12"/>
          <p:cNvPicPr preferRelativeResize="0"/>
          <p:nvPr/>
        </p:nvPicPr>
        <p:blipFill rotWithShape="1">
          <a:blip r:embed="rId3">
            <a:alphaModFix amt="5000"/>
          </a:blip>
          <a:srcRect t="6802" b="10247"/>
          <a:stretch/>
        </p:blipFill>
        <p:spPr>
          <a:xfrm>
            <a:off x="-936866" y="-1"/>
            <a:ext cx="13128860" cy="6858001"/>
          </a:xfrm>
          <a:prstGeom prst="rect">
            <a:avLst/>
          </a:prstGeom>
          <a:noFill/>
          <a:ln>
            <a:noFill/>
          </a:ln>
        </p:spPr>
      </p:pic>
      <p:sp>
        <p:nvSpPr>
          <p:cNvPr id="239" name="Google Shape;239;p12"/>
          <p:cNvSpPr txBox="1"/>
          <p:nvPr/>
        </p:nvSpPr>
        <p:spPr>
          <a:xfrm>
            <a:off x="476227" y="-31659"/>
            <a:ext cx="10244325" cy="1401602"/>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a:solidFill>
                  <a:srgbClr val="9EDCEA"/>
                </a:solidFill>
                <a:latin typeface="Arial"/>
                <a:ea typeface="Arial"/>
                <a:cs typeface="Arial"/>
                <a:sym typeface="Arial"/>
              </a:rPr>
              <a:t>Insights</a:t>
            </a:r>
            <a:endParaRPr sz="4400" b="1" i="0" u="none" strike="noStrike" cap="none">
              <a:solidFill>
                <a:srgbClr val="9EDCEA"/>
              </a:solidFill>
              <a:latin typeface="Arial"/>
              <a:ea typeface="Arial"/>
              <a:cs typeface="Arial"/>
              <a:sym typeface="Arial"/>
            </a:endParaRPr>
          </a:p>
        </p:txBody>
      </p:sp>
      <p:sp>
        <p:nvSpPr>
          <p:cNvPr id="240" name="Google Shape;240;p12"/>
          <p:cNvSpPr txBox="1"/>
          <p:nvPr/>
        </p:nvSpPr>
        <p:spPr>
          <a:xfrm>
            <a:off x="662151" y="1622319"/>
            <a:ext cx="8881200" cy="4063500"/>
          </a:xfrm>
          <a:prstGeom prst="rect">
            <a:avLst/>
          </a:prstGeom>
          <a:noFill/>
          <a:ln>
            <a:noFill/>
          </a:ln>
        </p:spPr>
        <p:txBody>
          <a:bodyPr spcFirstLastPara="1" wrap="square" lIns="0" tIns="0" rIns="0" bIns="0" anchor="t" anchorCtr="0">
            <a:spAutoFit/>
          </a:bodyPr>
          <a:lstStyle/>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Downtime is driven by a few critical causes (majority of losses) </a:t>
            </a:r>
            <a:endParaRPr dirty="0"/>
          </a:p>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Operator performance varies, with noticeable skill gaps </a:t>
            </a:r>
            <a:endParaRPr dirty="0"/>
          </a:p>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Product-related issues impact efficiency (e.g., OR-600) </a:t>
            </a:r>
            <a:endParaRPr dirty="0"/>
          </a:p>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Significant gap between actual and ideal performance </a:t>
            </a:r>
            <a:endParaRPr dirty="0"/>
          </a:p>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Performance inconsistency across shifts a</a:t>
            </a:r>
            <a:r>
              <a:rPr lang="en-US" sz="2400" dirty="0">
                <a:solidFill>
                  <a:srgbClr val="FFFFFF"/>
                </a:solidFill>
              </a:rPr>
              <a:t>nd days </a:t>
            </a:r>
            <a:endParaRPr dirty="0"/>
          </a:p>
          <a:p>
            <a:pPr marL="0" marR="0" lvl="0" indent="0" algn="just" rtl="0">
              <a:lnSpc>
                <a:spcPct val="200000"/>
              </a:lnSpc>
              <a:spcBef>
                <a:spcPts val="0"/>
              </a:spcBef>
              <a:spcAft>
                <a:spcPts val="0"/>
              </a:spcAft>
              <a:buClr>
                <a:srgbClr val="000000"/>
              </a:buClr>
              <a:buSzPts val="2400"/>
              <a:buFont typeface="Arial"/>
              <a:buNone/>
            </a:pPr>
            <a:endParaRPr sz="2400" b="0" i="0" u="none" strike="noStrike" cap="none" dirty="0">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44"/>
        <p:cNvGrpSpPr/>
        <p:nvPr/>
      </p:nvGrpSpPr>
      <p:grpSpPr>
        <a:xfrm>
          <a:off x="0" y="0"/>
          <a:ext cx="0" cy="0"/>
          <a:chOff x="0" y="0"/>
          <a:chExt cx="0" cy="0"/>
        </a:xfrm>
      </p:grpSpPr>
      <p:pic>
        <p:nvPicPr>
          <p:cNvPr id="245" name="Google Shape;245;p26"/>
          <p:cNvPicPr preferRelativeResize="0"/>
          <p:nvPr/>
        </p:nvPicPr>
        <p:blipFill rotWithShape="1">
          <a:blip r:embed="rId3">
            <a:alphaModFix amt="5000"/>
          </a:blip>
          <a:srcRect t="6802" b="10247"/>
          <a:stretch/>
        </p:blipFill>
        <p:spPr>
          <a:xfrm>
            <a:off x="-936866" y="-1"/>
            <a:ext cx="13128860" cy="6858001"/>
          </a:xfrm>
          <a:prstGeom prst="rect">
            <a:avLst/>
          </a:prstGeom>
          <a:noFill/>
          <a:ln>
            <a:noFill/>
          </a:ln>
        </p:spPr>
      </p:pic>
      <p:sp>
        <p:nvSpPr>
          <p:cNvPr id="246" name="Google Shape;246;p26"/>
          <p:cNvSpPr txBox="1"/>
          <p:nvPr/>
        </p:nvSpPr>
        <p:spPr>
          <a:xfrm>
            <a:off x="476227" y="-31659"/>
            <a:ext cx="10244325" cy="1401602"/>
          </a:xfrm>
          <a:prstGeom prst="rect">
            <a:avLst/>
          </a:prstGeom>
          <a:noFill/>
          <a:ln>
            <a:noFill/>
          </a:ln>
          <a:effectLst>
            <a:outerShdw blurRad="50800" dist="38100" dir="2700000" algn="tl" rotWithShape="0">
              <a:srgbClr val="000000">
                <a:alpha val="40000"/>
              </a:srgbClr>
            </a:outerShdw>
          </a:effectLst>
        </p:spPr>
        <p:txBody>
          <a:bodyPr spcFirstLastPara="1" wrap="square" lIns="0" tIns="0" rIns="0" bIns="0" anchor="t" anchorCtr="0">
            <a:spAutoFit/>
          </a:bodyPr>
          <a:lstStyle/>
          <a:p>
            <a:pPr marL="0" marR="0" lvl="0" indent="0" algn="l" rtl="0">
              <a:lnSpc>
                <a:spcPct val="207000"/>
              </a:lnSpc>
              <a:spcBef>
                <a:spcPts val="0"/>
              </a:spcBef>
              <a:spcAft>
                <a:spcPts val="0"/>
              </a:spcAft>
              <a:buClr>
                <a:srgbClr val="000000"/>
              </a:buClr>
              <a:buSzPts val="4400"/>
              <a:buFont typeface="Arial"/>
              <a:buNone/>
            </a:pPr>
            <a:r>
              <a:rPr lang="en-US" sz="4400" b="1" i="0" u="none" strike="noStrike" cap="none">
                <a:solidFill>
                  <a:srgbClr val="9EDCEA"/>
                </a:solidFill>
                <a:latin typeface="Arial"/>
                <a:ea typeface="Arial"/>
                <a:cs typeface="Arial"/>
                <a:sym typeface="Arial"/>
              </a:rPr>
              <a:t>Recommendations</a:t>
            </a:r>
            <a:endParaRPr sz="4400" b="1" i="0" u="none" strike="noStrike" cap="none">
              <a:solidFill>
                <a:srgbClr val="9EDCEA"/>
              </a:solidFill>
              <a:latin typeface="Arial"/>
              <a:ea typeface="Arial"/>
              <a:cs typeface="Arial"/>
              <a:sym typeface="Arial"/>
            </a:endParaRPr>
          </a:p>
        </p:txBody>
      </p:sp>
      <p:sp>
        <p:nvSpPr>
          <p:cNvPr id="247" name="Google Shape;247;p26"/>
          <p:cNvSpPr txBox="1"/>
          <p:nvPr/>
        </p:nvSpPr>
        <p:spPr>
          <a:xfrm>
            <a:off x="696944" y="1800995"/>
            <a:ext cx="9175531" cy="3693319"/>
          </a:xfrm>
          <a:prstGeom prst="rect">
            <a:avLst/>
          </a:prstGeom>
          <a:noFill/>
          <a:ln>
            <a:noFill/>
          </a:ln>
        </p:spPr>
        <p:txBody>
          <a:bodyPr spcFirstLastPara="1" wrap="square" lIns="0" tIns="0" rIns="0" bIns="0" anchor="t" anchorCtr="0">
            <a:spAutoFit/>
          </a:bodyPr>
          <a:lstStyle/>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Train low-performing operators to reduce human errors</a:t>
            </a:r>
            <a:endParaRPr dirty="0"/>
          </a:p>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Focus on fixing the most frequent downtime causes</a:t>
            </a:r>
            <a:endParaRPr dirty="0"/>
          </a:p>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Conduct technical review for OR-600 production line</a:t>
            </a:r>
            <a:endParaRPr dirty="0"/>
          </a:p>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Monitor and improve low-performing batches</a:t>
            </a:r>
            <a:endParaRPr dirty="0"/>
          </a:p>
          <a:p>
            <a:pPr marL="0" marR="0" lvl="0" indent="0" algn="just" rtl="0">
              <a:lnSpc>
                <a:spcPct val="200000"/>
              </a:lnSpc>
              <a:spcBef>
                <a:spcPts val="0"/>
              </a:spcBef>
              <a:spcAft>
                <a:spcPts val="0"/>
              </a:spcAft>
              <a:buClr>
                <a:srgbClr val="000000"/>
              </a:buClr>
              <a:buSzPts val="2400"/>
              <a:buFont typeface="Arial"/>
              <a:buNone/>
            </a:pPr>
            <a:r>
              <a:rPr lang="en-US" sz="2400" b="0" i="0" u="none" strike="noStrike" cap="none" dirty="0">
                <a:solidFill>
                  <a:srgbClr val="FFFFFF"/>
                </a:solidFill>
                <a:latin typeface="Arial"/>
                <a:ea typeface="Arial"/>
                <a:cs typeface="Arial"/>
                <a:sym typeface="Arial"/>
              </a:rPr>
              <a:t>- Optimize shift performance (especially evening shift)</a:t>
            </a:r>
            <a:endParaRPr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2E34"/>
        </a:solidFill>
        <a:effectLst/>
      </p:bgPr>
    </p:bg>
    <p:spTree>
      <p:nvGrpSpPr>
        <p:cNvPr id="1" name="Shape 251"/>
        <p:cNvGrpSpPr/>
        <p:nvPr/>
      </p:nvGrpSpPr>
      <p:grpSpPr>
        <a:xfrm>
          <a:off x="0" y="0"/>
          <a:ext cx="0" cy="0"/>
          <a:chOff x="0" y="0"/>
          <a:chExt cx="0" cy="0"/>
        </a:xfrm>
      </p:grpSpPr>
      <p:pic>
        <p:nvPicPr>
          <p:cNvPr id="252" name="Google Shape;252;p13"/>
          <p:cNvPicPr preferRelativeResize="0"/>
          <p:nvPr/>
        </p:nvPicPr>
        <p:blipFill rotWithShape="1">
          <a:blip r:embed="rId3">
            <a:alphaModFix amt="70000"/>
          </a:blip>
          <a:srcRect t="6802" b="10247"/>
          <a:stretch/>
        </p:blipFill>
        <p:spPr>
          <a:xfrm>
            <a:off x="-583934" y="0"/>
            <a:ext cx="13128859" cy="6858001"/>
          </a:xfrm>
          <a:prstGeom prst="rect">
            <a:avLst/>
          </a:prstGeom>
          <a:noFill/>
          <a:ln>
            <a:noFill/>
          </a:ln>
        </p:spPr>
      </p:pic>
      <p:sp>
        <p:nvSpPr>
          <p:cNvPr id="253" name="Google Shape;253;p13"/>
          <p:cNvSpPr txBox="1"/>
          <p:nvPr/>
        </p:nvSpPr>
        <p:spPr>
          <a:xfrm>
            <a:off x="750771" y="3306496"/>
            <a:ext cx="7996521" cy="1383584"/>
          </a:xfrm>
          <a:prstGeom prst="rect">
            <a:avLst/>
          </a:prstGeom>
          <a:noFill/>
          <a:ln>
            <a:noFill/>
          </a:ln>
        </p:spPr>
        <p:txBody>
          <a:bodyPr spcFirstLastPara="1" wrap="square" lIns="0" tIns="0" rIns="0" bIns="0" anchor="t" anchorCtr="0">
            <a:spAutoFit/>
          </a:bodyPr>
          <a:lstStyle/>
          <a:p>
            <a:pPr marL="0" marR="0" lvl="0" indent="0" algn="l" rtl="0">
              <a:lnSpc>
                <a:spcPct val="169736"/>
              </a:lnSpc>
              <a:spcBef>
                <a:spcPts val="0"/>
              </a:spcBef>
              <a:spcAft>
                <a:spcPts val="0"/>
              </a:spcAft>
              <a:buClr>
                <a:srgbClr val="000000"/>
              </a:buClr>
              <a:buSzPts val="7200"/>
              <a:buFont typeface="Arial"/>
              <a:buNone/>
            </a:pPr>
            <a:r>
              <a:rPr lang="en-US" sz="7200" b="1" i="0" u="none" strike="noStrike" cap="none">
                <a:solidFill>
                  <a:srgbClr val="FFFFFF"/>
                </a:solidFill>
                <a:latin typeface="Arial"/>
                <a:ea typeface="Arial"/>
                <a:cs typeface="Arial"/>
                <a:sym typeface="Arial"/>
              </a:rPr>
              <a:t>You</a:t>
            </a:r>
            <a:endParaRPr sz="1400" b="0" i="0" u="none" strike="noStrike" cap="none">
              <a:solidFill>
                <a:srgbClr val="000000"/>
              </a:solidFill>
              <a:latin typeface="Arial"/>
              <a:ea typeface="Arial"/>
              <a:cs typeface="Arial"/>
              <a:sym typeface="Arial"/>
            </a:endParaRPr>
          </a:p>
        </p:txBody>
      </p:sp>
      <p:sp>
        <p:nvSpPr>
          <p:cNvPr id="254" name="Google Shape;254;p13"/>
          <p:cNvSpPr txBox="1"/>
          <p:nvPr/>
        </p:nvSpPr>
        <p:spPr>
          <a:xfrm>
            <a:off x="750771" y="2111209"/>
            <a:ext cx="12644007" cy="1383584"/>
          </a:xfrm>
          <a:prstGeom prst="rect">
            <a:avLst/>
          </a:prstGeom>
          <a:noFill/>
          <a:ln>
            <a:noFill/>
          </a:ln>
        </p:spPr>
        <p:txBody>
          <a:bodyPr spcFirstLastPara="1" wrap="square" lIns="0" tIns="0" rIns="0" bIns="0" anchor="t" anchorCtr="0">
            <a:spAutoFit/>
          </a:bodyPr>
          <a:lstStyle/>
          <a:p>
            <a:pPr marL="0" marR="0" lvl="0" indent="0" algn="l" rtl="0">
              <a:lnSpc>
                <a:spcPct val="169736"/>
              </a:lnSpc>
              <a:spcBef>
                <a:spcPts val="0"/>
              </a:spcBef>
              <a:spcAft>
                <a:spcPts val="0"/>
              </a:spcAft>
              <a:buClr>
                <a:srgbClr val="000000"/>
              </a:buClr>
              <a:buSzPts val="7200"/>
              <a:buFont typeface="Arial"/>
              <a:buNone/>
            </a:pPr>
            <a:r>
              <a:rPr lang="en-US" sz="7200" b="1" i="0" u="none" strike="noStrike" cap="none">
                <a:solidFill>
                  <a:srgbClr val="DDEAF6"/>
                </a:solidFill>
                <a:latin typeface="Arial"/>
                <a:ea typeface="Arial"/>
                <a:cs typeface="Arial"/>
                <a:sym typeface="Arial"/>
              </a:rPr>
              <a:t>Thank</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TotalTime>
  <Words>355</Words>
  <Application>Microsoft Office PowerPoint</Application>
  <PresentationFormat>Widescreen</PresentationFormat>
  <Paragraphs>65</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Mariam Mohamed</dc:creator>
  <cp:lastModifiedBy>Mariam Mohamed</cp:lastModifiedBy>
  <cp:revision>10</cp:revision>
  <dcterms:created xsi:type="dcterms:W3CDTF">2026-04-27T19:13:22Z</dcterms:created>
  <dcterms:modified xsi:type="dcterms:W3CDTF">2026-05-07T10:10:42Z</dcterms:modified>
</cp:coreProperties>
</file>